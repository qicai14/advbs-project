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6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91" d="100"/>
          <a:sy n="91" d="100"/>
        </p:scale>
        <p:origin x="355" y="72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458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2713" y="1952626"/>
            <a:ext cx="6754812" cy="14700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CT004-3-3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Advanced Database Systems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&amp; Overview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8819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&amp; Structure of Lesson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In this lecture we will look at:</a:t>
            </a:r>
          </a:p>
          <a:p>
            <a:r>
              <a:rPr lang="en-US" dirty="0"/>
              <a:t>Module overview</a:t>
            </a:r>
          </a:p>
          <a:p>
            <a:r>
              <a:rPr lang="en-US" dirty="0"/>
              <a:t>Assessment requirements</a:t>
            </a:r>
          </a:p>
          <a:p>
            <a:endParaRPr lang="en-M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689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600" b="1" dirty="0">
                <a:cs typeface="Times New Roman" pitchFamily="18" charset="0"/>
              </a:rPr>
              <a:t>By the end of this lesson you should be able to:</a:t>
            </a:r>
          </a:p>
          <a:p>
            <a:pPr algn="just"/>
            <a:r>
              <a:rPr lang="en-US" sz="2400" dirty="0"/>
              <a:t>Develop a Database system application.</a:t>
            </a:r>
          </a:p>
          <a:p>
            <a:pPr algn="just"/>
            <a:r>
              <a:rPr lang="en-US" sz="2400" dirty="0"/>
              <a:t>Manage and configure a Database System</a:t>
            </a:r>
          </a:p>
          <a:p>
            <a:pPr algn="just"/>
            <a:r>
              <a:rPr lang="en-US" sz="2400" dirty="0"/>
              <a:t>Critically analyse and evaluate the facilities and limitations of a number of industry standard Query Languages</a:t>
            </a:r>
          </a:p>
          <a:p>
            <a:pPr algn="just"/>
            <a:r>
              <a:rPr lang="en-US" sz="2400" dirty="0"/>
              <a:t>Discuss the projected future directions of database technology in terms of Design, Hardware and Software Implementations</a:t>
            </a:r>
            <a:endParaRPr lang="en-MY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133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we will cover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 of data modeling </a:t>
            </a:r>
          </a:p>
          <a:p>
            <a:r>
              <a:rPr lang="en-US" dirty="0"/>
              <a:t>Recap of SQL</a:t>
            </a:r>
          </a:p>
          <a:p>
            <a:r>
              <a:rPr lang="en-US" dirty="0"/>
              <a:t>Advanced data modeling</a:t>
            </a:r>
          </a:p>
          <a:p>
            <a:r>
              <a:rPr lang="en-US" dirty="0"/>
              <a:t>Advanced SQL</a:t>
            </a:r>
          </a:p>
          <a:p>
            <a:r>
              <a:rPr lang="en-US" dirty="0"/>
              <a:t>Database Administration</a:t>
            </a:r>
          </a:p>
          <a:p>
            <a:r>
              <a:rPr lang="en-US" dirty="0"/>
              <a:t>Database Performance Issues</a:t>
            </a:r>
          </a:p>
          <a:p>
            <a:endParaRPr lang="en-M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43878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we will cover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and validation</a:t>
            </a:r>
          </a:p>
          <a:p>
            <a:r>
              <a:rPr lang="en-US" dirty="0"/>
              <a:t>Concurrency control</a:t>
            </a:r>
          </a:p>
          <a:p>
            <a:r>
              <a:rPr lang="en-US" dirty="0"/>
              <a:t>Data warehousing and DSS</a:t>
            </a:r>
          </a:p>
          <a:p>
            <a:r>
              <a:rPr lang="en-US" dirty="0"/>
              <a:t>Distributed database technologies</a:t>
            </a:r>
          </a:p>
          <a:p>
            <a:r>
              <a:rPr lang="en-US" dirty="0"/>
              <a:t>Development in database technologies</a:t>
            </a:r>
          </a:p>
          <a:p>
            <a:endParaRPr lang="en-M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299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expected of you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Participation in class discussions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Further reading and research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Implementation of concepts learnt in the lab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Attempt tutorial questions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Start work early on your assignment</a:t>
            </a:r>
          </a:p>
          <a:p>
            <a:endParaRPr lang="en-MY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925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support is available for you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Consultation hours via TEAMS</a:t>
            </a:r>
          </a:p>
          <a:p>
            <a:endParaRPr lang="en-M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70183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support is available for you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Reference material:</a:t>
            </a:r>
          </a:p>
          <a:p>
            <a:r>
              <a:rPr lang="en-US" sz="2800" dirty="0"/>
              <a:t>Date C J, Database Systems, (8th Ed), Addison-Wesley (2003)</a:t>
            </a:r>
          </a:p>
          <a:p>
            <a:endParaRPr lang="en-US" sz="2800" dirty="0"/>
          </a:p>
          <a:p>
            <a:r>
              <a:rPr lang="en-US" sz="2800" dirty="0"/>
              <a:t>Connolly T, </a:t>
            </a:r>
            <a:r>
              <a:rPr lang="en-US" sz="2800" dirty="0" err="1"/>
              <a:t>Begg</a:t>
            </a:r>
            <a:r>
              <a:rPr lang="en-US" sz="2800" dirty="0"/>
              <a:t> C, Database Systems: A Practical Approach to Design, Implementation and Management (5th Ed) </a:t>
            </a:r>
            <a:r>
              <a:rPr lang="en-US" sz="2800"/>
              <a:t>Addison-Wesley (2009)</a:t>
            </a:r>
            <a:endParaRPr lang="en-US" sz="2800" dirty="0"/>
          </a:p>
          <a:p>
            <a:endParaRPr lang="en-M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51073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support is available for you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Reference material:</a:t>
            </a:r>
          </a:p>
          <a:p>
            <a:pPr lvl="1"/>
            <a:r>
              <a:rPr lang="en-US" dirty="0"/>
              <a:t>Websites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Conference papers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Journals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e-books</a:t>
            </a:r>
          </a:p>
          <a:p>
            <a:endParaRPr lang="en-MY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6163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you will be assessed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Assignment : 50%</a:t>
            </a:r>
          </a:p>
          <a:p>
            <a:pPr lvl="1"/>
            <a:r>
              <a:rPr lang="en-US" dirty="0"/>
              <a:t>3 students in a group</a:t>
            </a:r>
          </a:p>
          <a:p>
            <a:r>
              <a:rPr lang="en-US" dirty="0"/>
              <a:t>Exam: 50%</a:t>
            </a:r>
          </a:p>
          <a:p>
            <a:pPr lvl="1"/>
            <a:r>
              <a:rPr lang="en-US" dirty="0"/>
              <a:t>Structured questions</a:t>
            </a:r>
          </a:p>
          <a:p>
            <a:pPr lvl="1"/>
            <a:r>
              <a:rPr lang="en-US" dirty="0"/>
              <a:t>Using MOODLE</a:t>
            </a:r>
          </a:p>
          <a:p>
            <a:endParaRPr lang="en-M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2786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&amp; Answer Session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5400" dirty="0"/>
              <a:t>Q &amp; A</a:t>
            </a:r>
          </a:p>
          <a:p>
            <a:endParaRPr lang="en-M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MY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8703350"/>
      </p:ext>
    </p:extLst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1440</TotalTime>
  <Pages>11</Pages>
  <Words>258</Words>
  <Application>Microsoft Office PowerPoint</Application>
  <PresentationFormat>Widescreen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Montserrat</vt:lpstr>
      <vt:lpstr>PT Sans</vt:lpstr>
      <vt:lpstr>Times New Roman</vt:lpstr>
      <vt:lpstr>UCTI-Template-foundation-level</vt:lpstr>
      <vt:lpstr>CT004-3-3  Advanced Database Systems</vt:lpstr>
      <vt:lpstr>Topic &amp; Structure of Lesson</vt:lpstr>
      <vt:lpstr>Learning Outcomes</vt:lpstr>
      <vt:lpstr>Topics we will cover</vt:lpstr>
      <vt:lpstr>Topics we will cover</vt:lpstr>
      <vt:lpstr>What is expected of you</vt:lpstr>
      <vt:lpstr>What support is available for you</vt:lpstr>
      <vt:lpstr>What support is available for you</vt:lpstr>
      <vt:lpstr>What support is available for you</vt:lpstr>
      <vt:lpstr>How you will be assessed</vt:lpstr>
      <vt:lpstr>Question &amp; Answer Session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332</cp:revision>
  <cp:lastPrinted>2023-02-03T03:07:34Z</cp:lastPrinted>
  <dcterms:created xsi:type="dcterms:W3CDTF">2005-08-02T10:18:20Z</dcterms:created>
  <dcterms:modified xsi:type="dcterms:W3CDTF">2025-04-28T07:12:22Z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