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1" r:id="rId4"/>
  </p:sldMasterIdLst>
  <p:notesMasterIdLst>
    <p:notesMasterId r:id="rId39"/>
  </p:notesMasterIdLst>
  <p:handoutMasterIdLst>
    <p:handoutMasterId r:id="rId40"/>
  </p:handoutMasterIdLst>
  <p:sldIdLst>
    <p:sldId id="256" r:id="rId5"/>
    <p:sldId id="259" r:id="rId6"/>
    <p:sldId id="285" r:id="rId7"/>
    <p:sldId id="297" r:id="rId8"/>
    <p:sldId id="298" r:id="rId9"/>
    <p:sldId id="299" r:id="rId10"/>
    <p:sldId id="300" r:id="rId11"/>
    <p:sldId id="301" r:id="rId12"/>
    <p:sldId id="302" r:id="rId13"/>
    <p:sldId id="303" r:id="rId14"/>
    <p:sldId id="304" r:id="rId15"/>
    <p:sldId id="305" r:id="rId16"/>
    <p:sldId id="261" r:id="rId17"/>
    <p:sldId id="307" r:id="rId18"/>
    <p:sldId id="308" r:id="rId19"/>
    <p:sldId id="309" r:id="rId20"/>
    <p:sldId id="310" r:id="rId21"/>
    <p:sldId id="311" r:id="rId22"/>
    <p:sldId id="312" r:id="rId23"/>
    <p:sldId id="313" r:id="rId24"/>
    <p:sldId id="306" r:id="rId25"/>
    <p:sldId id="281" r:id="rId26"/>
    <p:sldId id="262" r:id="rId27"/>
    <p:sldId id="292" r:id="rId28"/>
    <p:sldId id="288" r:id="rId29"/>
    <p:sldId id="296" r:id="rId30"/>
    <p:sldId id="293" r:id="rId31"/>
    <p:sldId id="289" r:id="rId32"/>
    <p:sldId id="294" r:id="rId33"/>
    <p:sldId id="290" r:id="rId34"/>
    <p:sldId id="295" r:id="rId35"/>
    <p:sldId id="291" r:id="rId36"/>
    <p:sldId id="264" r:id="rId37"/>
    <p:sldId id="287" r:id="rId38"/>
  </p:sldIdLst>
  <p:sldSz cx="12192000" cy="6858000"/>
  <p:notesSz cx="7315200" cy="9601200"/>
  <p:kinsoku lang="ja-JP" invalStChars="、。，．・：；？！゛゜ヽヾゝゞ々ー’”）〕］｝〉》」』】°‰′″℃￠％ぁぃぅぇぉっゃゅょゎァィゥェォッャュョヮヵヶ!%),.:;?]}｡｣､･ｧｨｩｪｫｬｭｮｯｰﾞﾟ" invalEndChars="‘“（〔［｛〈《「『【￥＄$([\{｢￡"/>
  <p:defaultTex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521415D9-36F7-43E2-AB2F-B90AF26B5E84}">
      <p14:sectionLst xmlns:p14="http://schemas.microsoft.com/office/powerpoint/2010/main">
        <p14:section name="Weekly Intro - White BG" id="{B4587B1E-BB88-4173-8339-2929187587A5}">
          <p14:sldIdLst>
            <p14:sldId id="256"/>
            <p14:sldId id="259"/>
            <p14:sldId id="285"/>
            <p14:sldId id="297"/>
            <p14:sldId id="298"/>
            <p14:sldId id="299"/>
            <p14:sldId id="300"/>
            <p14:sldId id="301"/>
            <p14:sldId id="302"/>
            <p14:sldId id="303"/>
            <p14:sldId id="304"/>
            <p14:sldId id="305"/>
            <p14:sldId id="261"/>
            <p14:sldId id="307"/>
            <p14:sldId id="308"/>
            <p14:sldId id="309"/>
            <p14:sldId id="310"/>
            <p14:sldId id="311"/>
            <p14:sldId id="312"/>
            <p14:sldId id="313"/>
            <p14:sldId id="306"/>
            <p14:sldId id="281"/>
            <p14:sldId id="262"/>
            <p14:sldId id="292"/>
            <p14:sldId id="288"/>
            <p14:sldId id="296"/>
            <p14:sldId id="293"/>
            <p14:sldId id="289"/>
            <p14:sldId id="294"/>
            <p14:sldId id="290"/>
            <p14:sldId id="295"/>
            <p14:sldId id="291"/>
            <p14:sldId id="264"/>
            <p14:sldId id="28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F1449"/>
    <a:srgbClr val="001B4D"/>
    <a:srgbClr val="FB6B53"/>
    <a:srgbClr val="FF6600"/>
    <a:srgbClr val="A2C1FE"/>
    <a:srgbClr val="A2FFA3"/>
    <a:srgbClr val="FFFF99"/>
    <a:srgbClr val="FFFF66"/>
    <a:srgbClr val="FCFEB9"/>
    <a:srgbClr val="CECE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79" autoAdjust="0"/>
    <p:restoredTop sz="94249" autoAdjust="0"/>
  </p:normalViewPr>
  <p:slideViewPr>
    <p:cSldViewPr snapToGrid="0">
      <p:cViewPr varScale="1">
        <p:scale>
          <a:sx n="81" d="100"/>
          <a:sy n="81" d="100"/>
        </p:scale>
        <p:origin x="739" y="53"/>
      </p:cViewPr>
      <p:guideLst/>
    </p:cSldViewPr>
  </p:slideViewPr>
  <p:outlineViewPr>
    <p:cViewPr>
      <p:scale>
        <a:sx n="33" d="100"/>
        <a:sy n="33" d="100"/>
      </p:scale>
      <p:origin x="0" y="-4056"/>
    </p:cViewPr>
  </p:outlineViewPr>
  <p:notesTextViewPr>
    <p:cViewPr>
      <p:scale>
        <a:sx n="1" d="1"/>
        <a:sy n="1" d="1"/>
      </p:scale>
      <p:origin x="0" y="0"/>
    </p:cViewPr>
  </p:notesTextViewPr>
  <p:sorterViewPr>
    <p:cViewPr varScale="1">
      <p:scale>
        <a:sx n="1" d="1"/>
        <a:sy n="1" d="1"/>
      </p:scale>
      <p:origin x="0" y="-108"/>
    </p:cViewPr>
  </p:sorterViewPr>
  <p:notesViewPr>
    <p:cSldViewPr snapToGrid="0">
      <p:cViewPr varScale="1">
        <p:scale>
          <a:sx n="52" d="100"/>
          <a:sy n="52" d="100"/>
        </p:scale>
        <p:origin x="3006"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4DAC38E3-5144-412F-83AC-38A5B9DE52C7}"/>
              </a:ext>
            </a:extLst>
          </p:cNvPr>
          <p:cNvSpPr>
            <a:spLocks noChangeArrowheads="1"/>
          </p:cNvSpPr>
          <p:nvPr/>
        </p:nvSpPr>
        <p:spPr bwMode="auto">
          <a:xfrm>
            <a:off x="67734" y="103053"/>
            <a:ext cx="7247466"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GB" altLang="en-US" sz="1400">
                <a:latin typeface="Calibri" panose="020F0502020204030204" pitchFamily="34" charset="0"/>
                <a:cs typeface="Calibri" panose="020F0502020204030204" pitchFamily="34" charset="0"/>
              </a:rPr>
              <a:t>Asia Pacific University of Technology and Innovation</a:t>
            </a:r>
          </a:p>
        </p:txBody>
      </p:sp>
      <p:sp>
        <p:nvSpPr>
          <p:cNvPr id="3075" name="Rectangle 3">
            <a:extLst>
              <a:ext uri="{FF2B5EF4-FFF2-40B4-BE49-F238E27FC236}">
                <a16:creationId xmlns:a16="http://schemas.microsoft.com/office/drawing/2014/main" id="{608D27AB-67B4-4693-A97B-2BDB09DB8D75}"/>
              </a:ext>
            </a:extLst>
          </p:cNvPr>
          <p:cNvSpPr>
            <a:spLocks noChangeArrowheads="1"/>
          </p:cNvSpPr>
          <p:nvPr/>
        </p:nvSpPr>
        <p:spPr bwMode="auto">
          <a:xfrm>
            <a:off x="6853127" y="9192936"/>
            <a:ext cx="394340" cy="305212"/>
          </a:xfrm>
          <a:prstGeom prst="rect">
            <a:avLst/>
          </a:prstGeom>
          <a:noFill/>
          <a:ln w="12700">
            <a:noFill/>
            <a:miter lim="800000"/>
            <a:headEnd/>
            <a:tailEnd/>
          </a:ln>
          <a:effectLst/>
        </p:spPr>
        <p:txBody>
          <a:bodyPr wrap="none" lIns="90488" tIns="44450" rIns="90488" bIns="44450"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defRPr/>
            </a:pPr>
            <a:fld id="{A20BED86-76BB-4410-9008-061BF87713AB}" type="slidenum">
              <a:rPr lang="en-GB" altLang="en-US" sz="1400" smtClean="0">
                <a:latin typeface="Calibri" panose="020F0502020204030204" pitchFamily="34" charset="0"/>
                <a:cs typeface="Calibri" panose="020F0502020204030204" pitchFamily="34" charset="0"/>
              </a:rPr>
              <a:pPr algn="r">
                <a:defRPr/>
              </a:pPr>
              <a:t>‹#›</a:t>
            </a:fld>
            <a:endParaRPr lang="en-GB" altLang="en-US" sz="14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6" name="Rectangle 4">
            <a:extLst>
              <a:ext uri="{FF2B5EF4-FFF2-40B4-BE49-F238E27FC236}">
                <a16:creationId xmlns:a16="http://schemas.microsoft.com/office/drawing/2014/main" id="{71953E81-BBEF-44F9-89AF-8D785172E06E}"/>
              </a:ext>
            </a:extLst>
          </p:cNvPr>
          <p:cNvSpPr>
            <a:spLocks noChangeArrowheads="1"/>
          </p:cNvSpPr>
          <p:nvPr/>
        </p:nvSpPr>
        <p:spPr bwMode="auto">
          <a:xfrm>
            <a:off x="67734" y="103053"/>
            <a:ext cx="7247466"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GB" altLang="en-US" sz="1400">
                <a:latin typeface="Calibri" panose="020F0502020204030204" pitchFamily="34" charset="0"/>
                <a:cs typeface="Calibri" panose="020F0502020204030204" pitchFamily="34" charset="0"/>
              </a:rPr>
              <a:t>Asia Pacific University of Technology and Innovation</a:t>
            </a:r>
          </a:p>
        </p:txBody>
      </p:sp>
      <p:sp>
        <p:nvSpPr>
          <p:cNvPr id="9" name="Slide Image Placeholder 8">
            <a:extLst>
              <a:ext uri="{FF2B5EF4-FFF2-40B4-BE49-F238E27FC236}">
                <a16:creationId xmlns:a16="http://schemas.microsoft.com/office/drawing/2014/main" id="{7839FB2E-0CEB-4E99-ABDC-42A6B27BD2DE}"/>
              </a:ext>
            </a:extLst>
          </p:cNvPr>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1440" tIns="45720" rIns="91440" bIns="45720" rtlCol="0" anchor="ctr"/>
          <a:lstStyle/>
          <a:p>
            <a:endParaRPr lang="en-US"/>
          </a:p>
        </p:txBody>
      </p:sp>
      <p:sp>
        <p:nvSpPr>
          <p:cNvPr id="10" name="Notes Placeholder 9">
            <a:extLst>
              <a:ext uri="{FF2B5EF4-FFF2-40B4-BE49-F238E27FC236}">
                <a16:creationId xmlns:a16="http://schemas.microsoft.com/office/drawing/2014/main" id="{4B6ACB56-54E0-4171-9443-B2E55073FB8A}"/>
              </a:ext>
            </a:extLst>
          </p:cNvPr>
          <p:cNvSpPr>
            <a:spLocks noGrp="1"/>
          </p:cNvSpPr>
          <p:nvPr>
            <p:ph type="body" sz="quarter" idx="3"/>
          </p:nvPr>
        </p:nvSpPr>
        <p:spPr>
          <a:xfrm>
            <a:off x="731520" y="4620549"/>
            <a:ext cx="5852160" cy="378030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10">
            <a:extLst>
              <a:ext uri="{FF2B5EF4-FFF2-40B4-BE49-F238E27FC236}">
                <a16:creationId xmlns:a16="http://schemas.microsoft.com/office/drawing/2014/main" id="{C1DBCDF8-B37C-47C2-B6B1-4B2635759598}"/>
              </a:ext>
            </a:extLst>
          </p:cNvPr>
          <p:cNvSpPr>
            <a:spLocks noGrp="1"/>
          </p:cNvSpPr>
          <p:nvPr>
            <p:ph type="sldNum" sz="quarter" idx="5"/>
          </p:nvPr>
        </p:nvSpPr>
        <p:spPr>
          <a:xfrm>
            <a:off x="4143588" y="9119503"/>
            <a:ext cx="3169920" cy="481697"/>
          </a:xfrm>
          <a:prstGeom prst="rect">
            <a:avLst/>
          </a:prstGeom>
        </p:spPr>
        <p:txBody>
          <a:bodyPr vert="horz" lIns="91440" tIns="45720" rIns="91440" bIns="45720" rtlCol="0" anchor="b"/>
          <a:lstStyle>
            <a:lvl1pPr algn="r">
              <a:defRPr sz="1200"/>
            </a:lvl1pPr>
          </a:lstStyle>
          <a:p>
            <a:fld id="{6630D94D-E1CF-4942-9670-7567F4F44871}" type="slidenum">
              <a:rPr lang="en-US" smtClean="0"/>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1pPr>
    <a:lvl2pPr marL="457200"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2pPr>
    <a:lvl3pPr marL="914400"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3pPr>
    <a:lvl4pPr marL="1371600"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4pPr>
    <a:lvl5pPr marL="1828800"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There is no “Create Domain” statement in</a:t>
            </a:r>
            <a:r>
              <a:rPr lang="en-US" baseline="0" dirty="0"/>
              <a:t> SQL SERVER 2008 only check constraint</a:t>
            </a:r>
            <a:endParaRPr lang="en-US" dirty="0"/>
          </a:p>
        </p:txBody>
      </p:sp>
      <p:sp>
        <p:nvSpPr>
          <p:cNvPr id="4" name="Slide Number Placeholder 3"/>
          <p:cNvSpPr>
            <a:spLocks noGrp="1"/>
          </p:cNvSpPr>
          <p:nvPr>
            <p:ph type="sldNum" sz="quarter" idx="10"/>
          </p:nvPr>
        </p:nvSpPr>
        <p:spPr>
          <a:xfrm>
            <a:off x="3884613" y="9286845"/>
            <a:ext cx="2971800" cy="488871"/>
          </a:xfrm>
          <a:prstGeom prst="rect">
            <a:avLst/>
          </a:prstGeom>
        </p:spPr>
        <p:txBody>
          <a:bodyPr/>
          <a:lstStyle/>
          <a:p>
            <a:fld id="{F3D4E4C3-B068-4BDA-A9C5-A11FFC0941CE}" type="slidenum">
              <a:rPr lang="en-US" smtClean="0"/>
              <a:pPr/>
              <a:t>5</a:t>
            </a:fld>
            <a:endParaRPr lang="en-US"/>
          </a:p>
        </p:txBody>
      </p:sp>
    </p:spTree>
    <p:extLst>
      <p:ext uri="{BB962C8B-B14F-4D97-AF65-F5344CB8AC3E}">
        <p14:creationId xmlns:p14="http://schemas.microsoft.com/office/powerpoint/2010/main" val="24383906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dirty="0"/>
              <a:t>INSERT: When an INSERT command is executed on a table, an INSERT</a:t>
            </a:r>
          </a:p>
          <a:p>
            <a:r>
              <a:rPr lang="en-US" dirty="0"/>
              <a:t>trigger on the table fires.</a:t>
            </a:r>
          </a:p>
          <a:p>
            <a:r>
              <a:rPr lang="en-US" dirty="0"/>
              <a:t>For example, when an order is placed (inserting data into the Orders</a:t>
            </a:r>
          </a:p>
          <a:p>
            <a:r>
              <a:rPr lang="en-US" dirty="0"/>
              <a:t>table), you might like to update the on-hand inventory column in the</a:t>
            </a:r>
          </a:p>
          <a:p>
            <a:r>
              <a:rPr lang="en-US" dirty="0"/>
              <a:t>Products table. You could create an INSERT trigger on the Orders table</a:t>
            </a:r>
          </a:p>
          <a:p>
            <a:r>
              <a:rPr lang="en-US" dirty="0"/>
              <a:t>to do this. When someone orders five glossy widgets, the INSERT trigger</a:t>
            </a:r>
          </a:p>
          <a:p>
            <a:r>
              <a:rPr lang="en-US" dirty="0"/>
              <a:t>would fire and would reduce the on-hand inventory value by five.</a:t>
            </a:r>
          </a:p>
          <a:p>
            <a:r>
              <a:rPr lang="en-US" dirty="0"/>
              <a:t>✦ UPDATE: When an UPDATE command is executed on a table, an UPDATE</a:t>
            </a:r>
          </a:p>
          <a:p>
            <a:r>
              <a:rPr lang="en-US" dirty="0"/>
              <a:t>trigger on the table fires.</a:t>
            </a:r>
          </a:p>
          <a:p>
            <a:r>
              <a:rPr lang="en-US" dirty="0"/>
              <a:t>For example, management might want to know if anyone ever modifies</a:t>
            </a:r>
          </a:p>
          <a:p>
            <a:r>
              <a:rPr lang="en-US" dirty="0"/>
              <a:t>data (such as the Salary column) in the Employees table. You could</a:t>
            </a:r>
          </a:p>
          <a:p>
            <a:r>
              <a:rPr lang="en-US" dirty="0"/>
              <a:t>create an UPDATE trigger on the Employees table to record into an</a:t>
            </a:r>
          </a:p>
          <a:p>
            <a:r>
              <a:rPr lang="en-US" dirty="0"/>
              <a:t>Auditing table who made the change and when he made the change.</a:t>
            </a:r>
          </a:p>
          <a:p>
            <a:r>
              <a:rPr lang="en-US" dirty="0"/>
              <a:t>Now, if someone enters the database and updates his salary (perhaps by</a:t>
            </a:r>
          </a:p>
          <a:p>
            <a:r>
              <a:rPr lang="en-US" dirty="0"/>
              <a:t>doubling it), the UPDATE trigger on the Employees table would fire and</a:t>
            </a:r>
          </a:p>
          <a:p>
            <a:r>
              <a:rPr lang="en-US" dirty="0"/>
              <a:t>record in the Auditing table who did it and when.</a:t>
            </a:r>
          </a:p>
          <a:p>
            <a:r>
              <a:rPr lang="en-US" dirty="0"/>
              <a:t>✦ DELETE: When a DELETE command is executed on a table, a DELETE</a:t>
            </a:r>
          </a:p>
          <a:p>
            <a:r>
              <a:rPr lang="en-US" dirty="0"/>
              <a:t>trigger on the table fires.</a:t>
            </a:r>
          </a:p>
          <a:p>
            <a:r>
              <a:rPr lang="en-US" dirty="0"/>
              <a:t>For example, the company you work at might not want to ever delete a</a:t>
            </a:r>
          </a:p>
          <a:p>
            <a:r>
              <a:rPr lang="en-US" dirty="0"/>
              <a:t>customer from the Customers table. Instead, customers should be</a:t>
            </a:r>
          </a:p>
          <a:p>
            <a:r>
              <a:rPr lang="en-US" dirty="0"/>
              <a:t>marked as inactive. You could create a DELETE trigger on the Customers</a:t>
            </a:r>
          </a:p>
          <a:p>
            <a:r>
              <a:rPr lang="en-US" dirty="0"/>
              <a:t>table to roll back the deletion, and change the value of the Status</a:t>
            </a:r>
          </a:p>
          <a:p>
            <a:r>
              <a:rPr lang="en-US" dirty="0"/>
              <a:t>column to Inactive. If someone ever tried to delete a customer, the</a:t>
            </a:r>
          </a:p>
          <a:p>
            <a:r>
              <a:rPr lang="en-US" dirty="0"/>
              <a:t>DELETE trigger would fire and undo the deletion (by rolling back the</a:t>
            </a:r>
          </a:p>
          <a:p>
            <a:r>
              <a:rPr lang="en-US" dirty="0"/>
              <a:t>DELETE statement) and changing the value of the Status column.</a:t>
            </a:r>
          </a:p>
        </p:txBody>
      </p:sp>
    </p:spTree>
    <p:extLst>
      <p:ext uri="{BB962C8B-B14F-4D97-AF65-F5344CB8AC3E}">
        <p14:creationId xmlns:p14="http://schemas.microsoft.com/office/powerpoint/2010/main" val="1857248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dirty="0"/>
              <a:t>DML triggers can be programmed to perform either after the data </a:t>
            </a:r>
            <a:r>
              <a:rPr lang="en-US" dirty="0" err="1"/>
              <a:t>modifica</a:t>
            </a:r>
            <a:r>
              <a:rPr lang="en-US" dirty="0"/>
              <a:t>-</a:t>
            </a:r>
          </a:p>
          <a:p>
            <a:r>
              <a:rPr lang="en-US" dirty="0" err="1"/>
              <a:t>tion</a:t>
            </a:r>
            <a:r>
              <a:rPr lang="en-US" dirty="0"/>
              <a:t> or instead of the data modification. When a trigger is created, one of</a:t>
            </a:r>
          </a:p>
          <a:p>
            <a:r>
              <a:rPr lang="en-US" dirty="0"/>
              <a:t>these choices is specified:</a:t>
            </a:r>
          </a:p>
          <a:p>
            <a:r>
              <a:rPr lang="en-US" dirty="0"/>
              <a:t>✦ AFTER: An AFTER trigger fires after the data modification. In other</a:t>
            </a:r>
          </a:p>
          <a:p>
            <a:r>
              <a:rPr lang="en-US" dirty="0"/>
              <a:t>words, the data modification occurs, and then the trigger fires in</a:t>
            </a:r>
          </a:p>
          <a:p>
            <a:r>
              <a:rPr lang="en-US" dirty="0"/>
              <a:t>response to the data modification. Therefore, an after trigger that rolls</a:t>
            </a:r>
          </a:p>
          <a:p>
            <a:r>
              <a:rPr lang="en-US" dirty="0"/>
              <a:t>back a data modification becomes an expensive operation because the</a:t>
            </a:r>
          </a:p>
          <a:p>
            <a:r>
              <a:rPr lang="en-US" dirty="0"/>
              <a:t>data is changed twice when it shouldn’t be changed at all.</a:t>
            </a:r>
          </a:p>
          <a:p>
            <a:r>
              <a:rPr lang="en-US" dirty="0"/>
              <a:t>AFTER is the default for triggers. AFTER triggers can only be specified on</a:t>
            </a:r>
          </a:p>
          <a:p>
            <a:r>
              <a:rPr lang="en-US" dirty="0"/>
              <a:t>tables; they can’t be specified on views.</a:t>
            </a:r>
          </a:p>
          <a:p>
            <a:r>
              <a:rPr lang="en-US" dirty="0"/>
              <a:t>✦ INSTEAD OF: An INSTEAD OF trigger fires before the data modification.</a:t>
            </a:r>
          </a:p>
          <a:p>
            <a:r>
              <a:rPr lang="en-US" dirty="0"/>
              <a:t>In other words, the data modification is prevented from occurring, and</a:t>
            </a:r>
          </a:p>
          <a:p>
            <a:r>
              <a:rPr lang="en-US" dirty="0"/>
              <a:t>instead, the trigger is executed.</a:t>
            </a:r>
          </a:p>
          <a:p>
            <a:r>
              <a:rPr lang="en-US" dirty="0"/>
              <a:t>INSTEAD OF triggers are commonly created on updateable views. For</a:t>
            </a:r>
          </a:p>
          <a:p>
            <a:r>
              <a:rPr lang="en-US" dirty="0"/>
              <a:t>example, if a view is created by using the UNION clause, an </a:t>
            </a:r>
            <a:r>
              <a:rPr lang="en-US"/>
              <a:t>UPDATE on DML </a:t>
            </a:r>
            <a:r>
              <a:rPr lang="en-US" dirty="0"/>
              <a:t>Triggers: Letting Your Database Look After Itself 351</a:t>
            </a:r>
          </a:p>
          <a:p>
            <a:r>
              <a:rPr lang="en-US" dirty="0"/>
              <a:t>the view would fail because the UPDATE statement won’t be able to</a:t>
            </a:r>
          </a:p>
          <a:p>
            <a:r>
              <a:rPr lang="en-US" dirty="0"/>
              <a:t>determine which table to update.</a:t>
            </a:r>
          </a:p>
          <a:p>
            <a:r>
              <a:rPr lang="en-US" dirty="0"/>
              <a:t>The INSTEAD OF trigger can include logic to determine which table to</a:t>
            </a:r>
          </a:p>
          <a:p>
            <a:r>
              <a:rPr lang="en-US" dirty="0"/>
              <a:t>update, and instead of updating the view, it would update the underlying</a:t>
            </a:r>
          </a:p>
          <a:p>
            <a:r>
              <a:rPr lang="en-US" dirty="0"/>
              <a:t>table.</a:t>
            </a:r>
          </a:p>
        </p:txBody>
      </p:sp>
    </p:spTree>
    <p:extLst>
      <p:ext uri="{BB962C8B-B14F-4D97-AF65-F5344CB8AC3E}">
        <p14:creationId xmlns:p14="http://schemas.microsoft.com/office/powerpoint/2010/main" val="15112473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The use of INSERT and DELETE statements in these tables is </a:t>
            </a:r>
            <a:r>
              <a:rPr lang="en-US" dirty="0" err="1"/>
              <a:t>straightfor</a:t>
            </a:r>
            <a:r>
              <a:rPr lang="en-US" dirty="0"/>
              <a:t>-</a:t>
            </a:r>
          </a:p>
          <a:p>
            <a:r>
              <a:rPr lang="en-US" dirty="0"/>
              <a:t>ward. If one or more rows are added with an INSERT statement, the row(s)</a:t>
            </a:r>
          </a:p>
          <a:p>
            <a:r>
              <a:rPr lang="en-US" dirty="0"/>
              <a:t>are held in the inserted table. If one or more rows are deleted with a DELETE</a:t>
            </a:r>
          </a:p>
          <a:p>
            <a:r>
              <a:rPr lang="en-US" dirty="0"/>
              <a:t>statement, the row(s) are held in the deleted table.</a:t>
            </a:r>
          </a:p>
        </p:txBody>
      </p:sp>
    </p:spTree>
    <p:extLst>
      <p:ext uri="{BB962C8B-B14F-4D97-AF65-F5344CB8AC3E}">
        <p14:creationId xmlns:p14="http://schemas.microsoft.com/office/powerpoint/2010/main" val="3996026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When an UPDATE statement is executed, the database engine actually</a:t>
            </a:r>
          </a:p>
          <a:p>
            <a:r>
              <a:rPr lang="en-US" dirty="0"/>
              <a:t>deletes the existing row (and holds it in the deleted table) and then adds a</a:t>
            </a:r>
          </a:p>
          <a:p>
            <a:r>
              <a:rPr lang="en-US" dirty="0"/>
              <a:t>new row (and holds it in the inserted table). The new row has all the same</a:t>
            </a:r>
          </a:p>
          <a:p>
            <a:r>
              <a:rPr lang="en-US" dirty="0"/>
              <a:t>column data as the deleted row, except for the column (or columns) that</a:t>
            </a:r>
          </a:p>
          <a:p>
            <a:r>
              <a:rPr lang="en-US" dirty="0"/>
              <a:t>were modified. Although it appears as though the existing row was modified,</a:t>
            </a:r>
          </a:p>
          <a:p>
            <a:r>
              <a:rPr lang="en-US" dirty="0"/>
              <a:t>it was actually deleted and inserted with the modified data.</a:t>
            </a:r>
          </a:p>
        </p:txBody>
      </p:sp>
    </p:spTree>
    <p:extLst>
      <p:ext uri="{BB962C8B-B14F-4D97-AF65-F5344CB8AC3E}">
        <p14:creationId xmlns:p14="http://schemas.microsoft.com/office/powerpoint/2010/main" val="1819526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4294967295"/>
          </p:nvPr>
        </p:nvSpPr>
        <p:spPr bwMode="auto">
          <a:xfrm>
            <a:off x="3884613" y="9286875"/>
            <a:ext cx="2971800" cy="488950"/>
          </a:xfrm>
          <a:prstGeom prst="rect">
            <a:avLst/>
          </a:prstGeom>
          <a:noFill/>
          <a:ln>
            <a:miter lim="800000"/>
            <a:headEnd/>
            <a:tailEnd/>
          </a:ln>
        </p:spPr>
        <p:txBody>
          <a:bodyPr/>
          <a:lstStyle/>
          <a:p>
            <a:fld id="{194C22D7-D985-4F8C-A35B-751040B0F6C5}" type="slidenum">
              <a:rPr lang="en-US"/>
              <a:pPr/>
              <a:t>24</a:t>
            </a:fld>
            <a:endParaRPr lang="en-US"/>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w="9525"/>
        </p:spPr>
        <p:txBody>
          <a:bodyPr/>
          <a:lstStyle/>
          <a:p>
            <a:endParaRPr lang="ms-MY"/>
          </a:p>
        </p:txBody>
      </p:sp>
    </p:spTree>
    <p:extLst>
      <p:ext uri="{BB962C8B-B14F-4D97-AF65-F5344CB8AC3E}">
        <p14:creationId xmlns:p14="http://schemas.microsoft.com/office/powerpoint/2010/main" val="33877602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4294967295"/>
          </p:nvPr>
        </p:nvSpPr>
        <p:spPr bwMode="auto">
          <a:xfrm>
            <a:off x="3884613" y="9286875"/>
            <a:ext cx="2971800" cy="488950"/>
          </a:xfrm>
          <a:prstGeom prst="rect">
            <a:avLst/>
          </a:prstGeom>
          <a:noFill/>
          <a:ln>
            <a:miter lim="800000"/>
            <a:headEnd/>
            <a:tailEnd/>
          </a:ln>
        </p:spPr>
        <p:txBody>
          <a:bodyPr/>
          <a:lstStyle/>
          <a:p>
            <a:fld id="{DB783DC2-733D-46BE-8B42-90BCB629A949}" type="slidenum">
              <a:rPr lang="en-US"/>
              <a:pPr/>
              <a:t>25</a:t>
            </a:fld>
            <a:endParaRPr lang="en-US"/>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a:ln w="9525"/>
        </p:spPr>
        <p:txBody>
          <a:bodyPr/>
          <a:lstStyle/>
          <a:p>
            <a:endParaRPr lang="ms-MY"/>
          </a:p>
        </p:txBody>
      </p:sp>
    </p:spTree>
    <p:extLst>
      <p:ext uri="{BB962C8B-B14F-4D97-AF65-F5344CB8AC3E}">
        <p14:creationId xmlns:p14="http://schemas.microsoft.com/office/powerpoint/2010/main" val="21018591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4294967295"/>
          </p:nvPr>
        </p:nvSpPr>
        <p:spPr bwMode="auto">
          <a:xfrm>
            <a:off x="3884613" y="9286875"/>
            <a:ext cx="2971800" cy="488950"/>
          </a:xfrm>
          <a:prstGeom prst="rect">
            <a:avLst/>
          </a:prstGeom>
          <a:noFill/>
          <a:ln>
            <a:miter lim="800000"/>
            <a:headEnd/>
            <a:tailEnd/>
          </a:ln>
        </p:spPr>
        <p:txBody>
          <a:bodyPr/>
          <a:lstStyle/>
          <a:p>
            <a:fld id="{31FC35A4-8877-45D0-BDC6-4BD15985D8CC}" type="slidenum">
              <a:rPr lang="en-US"/>
              <a:pPr/>
              <a:t>26</a:t>
            </a:fld>
            <a:endParaRPr lang="en-US"/>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w="9525"/>
        </p:spPr>
        <p:txBody>
          <a:bodyPr/>
          <a:lstStyle/>
          <a:p>
            <a:endParaRPr lang="ms-MY"/>
          </a:p>
        </p:txBody>
      </p:sp>
    </p:spTree>
    <p:extLst>
      <p:ext uri="{BB962C8B-B14F-4D97-AF65-F5344CB8AC3E}">
        <p14:creationId xmlns:p14="http://schemas.microsoft.com/office/powerpoint/2010/main" val="20077009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4294967295"/>
          </p:nvPr>
        </p:nvSpPr>
        <p:spPr bwMode="auto">
          <a:xfrm>
            <a:off x="3884613" y="9286875"/>
            <a:ext cx="2971800" cy="488950"/>
          </a:xfrm>
          <a:prstGeom prst="rect">
            <a:avLst/>
          </a:prstGeom>
          <a:noFill/>
          <a:ln>
            <a:miter lim="800000"/>
            <a:headEnd/>
            <a:tailEnd/>
          </a:ln>
        </p:spPr>
        <p:txBody>
          <a:bodyPr/>
          <a:lstStyle/>
          <a:p>
            <a:fld id="{1225A57D-6C7B-4F12-8B0A-6AEB43E682DB}" type="slidenum">
              <a:rPr lang="en-US"/>
              <a:pPr/>
              <a:t>27</a:t>
            </a:fld>
            <a:endParaRPr 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a:ln w="9525"/>
        </p:spPr>
        <p:txBody>
          <a:bodyPr/>
          <a:lstStyle/>
          <a:p>
            <a:endParaRPr lang="ms-MY"/>
          </a:p>
        </p:txBody>
      </p:sp>
    </p:spTree>
    <p:extLst>
      <p:ext uri="{BB962C8B-B14F-4D97-AF65-F5344CB8AC3E}">
        <p14:creationId xmlns:p14="http://schemas.microsoft.com/office/powerpoint/2010/main" val="27357968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4294967295"/>
          </p:nvPr>
        </p:nvSpPr>
        <p:spPr bwMode="auto">
          <a:xfrm>
            <a:off x="3884613" y="9286875"/>
            <a:ext cx="2971800" cy="488950"/>
          </a:xfrm>
          <a:prstGeom prst="rect">
            <a:avLst/>
          </a:prstGeom>
          <a:noFill/>
          <a:ln>
            <a:miter lim="800000"/>
            <a:headEnd/>
            <a:tailEnd/>
          </a:ln>
        </p:spPr>
        <p:txBody>
          <a:bodyPr/>
          <a:lstStyle/>
          <a:p>
            <a:fld id="{DDA09057-F0B9-420C-BD2E-DED9AF99EE1E}" type="slidenum">
              <a:rPr lang="en-US"/>
              <a:pPr/>
              <a:t>28</a:t>
            </a:fld>
            <a:endParaRPr lang="en-US"/>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w="9525"/>
        </p:spPr>
        <p:txBody>
          <a:bodyPr/>
          <a:lstStyle/>
          <a:p>
            <a:endParaRPr lang="ms-MY"/>
          </a:p>
        </p:txBody>
      </p:sp>
    </p:spTree>
    <p:extLst>
      <p:ext uri="{BB962C8B-B14F-4D97-AF65-F5344CB8AC3E}">
        <p14:creationId xmlns:p14="http://schemas.microsoft.com/office/powerpoint/2010/main" val="5309696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4294967295"/>
          </p:nvPr>
        </p:nvSpPr>
        <p:spPr bwMode="auto">
          <a:xfrm>
            <a:off x="3884613" y="9286875"/>
            <a:ext cx="2971800" cy="488950"/>
          </a:xfrm>
          <a:prstGeom prst="rect">
            <a:avLst/>
          </a:prstGeom>
          <a:noFill/>
          <a:ln>
            <a:miter lim="800000"/>
            <a:headEnd/>
            <a:tailEnd/>
          </a:ln>
        </p:spPr>
        <p:txBody>
          <a:bodyPr/>
          <a:lstStyle/>
          <a:p>
            <a:fld id="{41BA26EB-6AA9-497B-B480-4D695DB78393}" type="slidenum">
              <a:rPr lang="en-US"/>
              <a:pPr/>
              <a:t>29</a:t>
            </a:fld>
            <a:endParaRPr lang="en-US"/>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w="9525"/>
        </p:spPr>
        <p:txBody>
          <a:bodyPr/>
          <a:lstStyle/>
          <a:p>
            <a:endParaRPr lang="ms-MY"/>
          </a:p>
        </p:txBody>
      </p:sp>
    </p:spTree>
    <p:extLst>
      <p:ext uri="{BB962C8B-B14F-4D97-AF65-F5344CB8AC3E}">
        <p14:creationId xmlns:p14="http://schemas.microsoft.com/office/powerpoint/2010/main" val="24752393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4294967295"/>
          </p:nvPr>
        </p:nvSpPr>
        <p:spPr bwMode="auto">
          <a:xfrm>
            <a:off x="3884613" y="9286875"/>
            <a:ext cx="2971800" cy="488950"/>
          </a:xfrm>
          <a:prstGeom prst="rect">
            <a:avLst/>
          </a:prstGeom>
          <a:noFill/>
          <a:ln>
            <a:miter lim="800000"/>
            <a:headEnd/>
            <a:tailEnd/>
          </a:ln>
        </p:spPr>
        <p:txBody>
          <a:bodyPr/>
          <a:lstStyle/>
          <a:p>
            <a:fld id="{C36D497C-068C-478A-BA22-B5D81B93F83D}" type="slidenum">
              <a:rPr lang="en-US"/>
              <a:pPr/>
              <a:t>30</a:t>
            </a:fld>
            <a:endParaRPr lang="en-US"/>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a:ln w="9525"/>
        </p:spPr>
        <p:txBody>
          <a:bodyPr/>
          <a:lstStyle/>
          <a:p>
            <a:endParaRPr lang="ms-MY"/>
          </a:p>
        </p:txBody>
      </p:sp>
    </p:spTree>
    <p:extLst>
      <p:ext uri="{BB962C8B-B14F-4D97-AF65-F5344CB8AC3E}">
        <p14:creationId xmlns:p14="http://schemas.microsoft.com/office/powerpoint/2010/main" val="12781640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4294967295"/>
          </p:nvPr>
        </p:nvSpPr>
        <p:spPr bwMode="auto">
          <a:xfrm>
            <a:off x="3884613" y="9286875"/>
            <a:ext cx="2971800" cy="488950"/>
          </a:xfrm>
          <a:prstGeom prst="rect">
            <a:avLst/>
          </a:prstGeom>
          <a:noFill/>
          <a:ln>
            <a:miter lim="800000"/>
            <a:headEnd/>
            <a:tailEnd/>
          </a:ln>
        </p:spPr>
        <p:txBody>
          <a:bodyPr/>
          <a:lstStyle/>
          <a:p>
            <a:fld id="{83F8C974-6F8B-4EFD-B46B-6437DB204AF9}" type="slidenum">
              <a:rPr lang="en-US"/>
              <a:pPr/>
              <a:t>31</a:t>
            </a:fld>
            <a:endParaRPr lang="en-US"/>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w="9525"/>
        </p:spPr>
        <p:txBody>
          <a:bodyPr/>
          <a:lstStyle/>
          <a:p>
            <a:endParaRPr lang="ms-MY"/>
          </a:p>
        </p:txBody>
      </p:sp>
    </p:spTree>
    <p:extLst>
      <p:ext uri="{BB962C8B-B14F-4D97-AF65-F5344CB8AC3E}">
        <p14:creationId xmlns:p14="http://schemas.microsoft.com/office/powerpoint/2010/main" val="31862369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4294967295"/>
          </p:nvPr>
        </p:nvSpPr>
        <p:spPr bwMode="auto">
          <a:xfrm>
            <a:off x="3884613" y="9286875"/>
            <a:ext cx="2971800" cy="488950"/>
          </a:xfrm>
          <a:prstGeom prst="rect">
            <a:avLst/>
          </a:prstGeom>
          <a:noFill/>
          <a:ln>
            <a:miter lim="800000"/>
            <a:headEnd/>
            <a:tailEnd/>
          </a:ln>
        </p:spPr>
        <p:txBody>
          <a:bodyPr/>
          <a:lstStyle/>
          <a:p>
            <a:fld id="{192DB22C-42D8-4F24-9852-37047F688EBC}" type="slidenum">
              <a:rPr lang="en-US"/>
              <a:pPr/>
              <a:t>32</a:t>
            </a:fld>
            <a:endParaRPr lang="en-US"/>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w="9525"/>
        </p:spPr>
        <p:txBody>
          <a:bodyPr/>
          <a:lstStyle/>
          <a:p>
            <a:endParaRPr lang="ms-MY"/>
          </a:p>
        </p:txBody>
      </p:sp>
    </p:spTree>
    <p:extLst>
      <p:ext uri="{BB962C8B-B14F-4D97-AF65-F5344CB8AC3E}">
        <p14:creationId xmlns:p14="http://schemas.microsoft.com/office/powerpoint/2010/main" val="892815318"/>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6E87F31-FA75-006F-00CD-B701AA25BEB8}"/>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r="5567" b="5568"/>
          <a:stretch/>
        </p:blipFill>
        <p:spPr>
          <a:xfrm flipH="1" flipV="1">
            <a:off x="-2" y="1"/>
            <a:ext cx="12191999" cy="6858000"/>
          </a:xfrm>
          <a:prstGeom prst="rect">
            <a:avLst/>
          </a:prstGeom>
        </p:spPr>
      </p:pic>
      <p:sp>
        <p:nvSpPr>
          <p:cNvPr id="87042" name="Rectangle 2"/>
          <p:cNvSpPr>
            <a:spLocks noGrp="1" noChangeArrowheads="1"/>
          </p:cNvSpPr>
          <p:nvPr>
            <p:ph type="ctrTitle"/>
          </p:nvPr>
        </p:nvSpPr>
        <p:spPr>
          <a:xfrm>
            <a:off x="2896608" y="2200276"/>
            <a:ext cx="9006416" cy="1470025"/>
          </a:xfrm>
        </p:spPr>
        <p:txBody>
          <a:bodyPr/>
          <a:lstStyle>
            <a:lvl1pPr algn="r">
              <a:defRPr>
                <a:solidFill>
                  <a:schemeClr val="accent5"/>
                </a:solidFill>
                <a:latin typeface="Montserrat" panose="00000500000000000000" pitchFamily="2" charset="0"/>
              </a:defRPr>
            </a:lvl1pPr>
          </a:lstStyle>
          <a:p>
            <a:r>
              <a:rPr lang="en-GB" dirty="0"/>
              <a:t>Click to edit Master title style</a:t>
            </a:r>
          </a:p>
        </p:txBody>
      </p:sp>
      <p:sp>
        <p:nvSpPr>
          <p:cNvPr id="87043" name="Rectangle 3"/>
          <p:cNvSpPr>
            <a:spLocks noGrp="1" noChangeArrowheads="1"/>
          </p:cNvSpPr>
          <p:nvPr>
            <p:ph type="subTitle" idx="1"/>
          </p:nvPr>
        </p:nvSpPr>
        <p:spPr>
          <a:xfrm>
            <a:off x="4970206" y="3879851"/>
            <a:ext cx="6913767" cy="1752600"/>
          </a:xfrm>
        </p:spPr>
        <p:txBody>
          <a:bodyPr/>
          <a:lstStyle>
            <a:lvl1pPr marL="0" indent="0" algn="r">
              <a:buFontTx/>
              <a:buNone/>
              <a:defRPr b="0">
                <a:solidFill>
                  <a:schemeClr val="bg1"/>
                </a:solidFill>
                <a:latin typeface="+mj-lt"/>
              </a:defRPr>
            </a:lvl1pPr>
          </a:lstStyle>
          <a:p>
            <a:r>
              <a:rPr lang="en-GB" dirty="0"/>
              <a:t>Click to edit Master subtitle style</a:t>
            </a:r>
          </a:p>
        </p:txBody>
      </p:sp>
      <p:pic>
        <p:nvPicPr>
          <p:cNvPr id="7" name="Picture 6" descr="Logo, company name&#10;&#10;Description automatically generated">
            <a:extLst>
              <a:ext uri="{FF2B5EF4-FFF2-40B4-BE49-F238E27FC236}">
                <a16:creationId xmlns:a16="http://schemas.microsoft.com/office/drawing/2014/main" id="{A01C7C8E-F6F3-0FA5-D100-E4D22106013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28910971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2_Section Header">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5900D48-6E21-4217-3CC3-BFF1E0D9186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r="5567" b="5568"/>
          <a:stretch/>
        </p:blipFill>
        <p:spPr>
          <a:xfrm flipH="1" flipV="1">
            <a:off x="-2" y="1"/>
            <a:ext cx="12191999" cy="6858000"/>
          </a:xfrm>
          <a:prstGeom prst="rect">
            <a:avLst/>
          </a:prstGeom>
        </p:spPr>
      </p:pic>
      <p:sp>
        <p:nvSpPr>
          <p:cNvPr id="2" name="Title 1"/>
          <p:cNvSpPr>
            <a:spLocks noGrp="1"/>
          </p:cNvSpPr>
          <p:nvPr>
            <p:ph type="title"/>
          </p:nvPr>
        </p:nvSpPr>
        <p:spPr>
          <a:xfrm>
            <a:off x="963084" y="4406901"/>
            <a:ext cx="10363200" cy="1362075"/>
          </a:xfrm>
        </p:spPr>
        <p:txBody>
          <a:bodyPr anchor="t"/>
          <a:lstStyle>
            <a:lvl1pPr algn="r">
              <a:defRPr sz="3000" b="1" cap="all">
                <a:solidFill>
                  <a:schemeClr val="accent5"/>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963084" y="2906713"/>
            <a:ext cx="10363200" cy="1500187"/>
          </a:xfrm>
        </p:spPr>
        <p:txBody>
          <a:bodyPr anchor="b"/>
          <a:lstStyle>
            <a:lvl1pPr marL="0" indent="0" algn="r">
              <a:buNone/>
              <a:defRPr sz="2500">
                <a:solidFill>
                  <a:schemeClr val="bg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3613987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4" name="Picture 3" descr="A picture containing outdoor object, honeycomb&#10;&#10;Description automatically generated">
            <a:extLst>
              <a:ext uri="{FF2B5EF4-FFF2-40B4-BE49-F238E27FC236}">
                <a16:creationId xmlns:a16="http://schemas.microsoft.com/office/drawing/2014/main" id="{E2BECE40-B9F8-5238-73EB-2221EFFF7056}"/>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66000"/>
                    </a14:imgEffect>
                  </a14:imgLayer>
                </a14:imgProps>
              </a:ext>
              <a:ext uri="{28A0092B-C50C-407E-A947-70E740481C1C}">
                <a14:useLocalDpi xmlns:a14="http://schemas.microsoft.com/office/drawing/2010/main" val="0"/>
              </a:ext>
            </a:extLst>
          </a:blip>
          <a:srcRect b="14734"/>
          <a:stretch/>
        </p:blipFill>
        <p:spPr>
          <a:xfrm>
            <a:off x="0" y="-87085"/>
            <a:ext cx="12192000" cy="6618514"/>
          </a:xfrm>
          <a:prstGeom prst="rect">
            <a:avLst/>
          </a:prstGeom>
        </p:spPr>
      </p:pic>
      <p:sp>
        <p:nvSpPr>
          <p:cNvPr id="2" name="Title 1"/>
          <p:cNvSpPr>
            <a:spLocks noGrp="1"/>
          </p:cNvSpPr>
          <p:nvPr>
            <p:ph type="title"/>
          </p:nvPr>
        </p:nvSpPr>
        <p:spPr>
          <a:xfrm>
            <a:off x="556684" y="127002"/>
            <a:ext cx="9821030" cy="1362075"/>
          </a:xfrm>
        </p:spPr>
        <p:txBody>
          <a:bodyPr anchor="b"/>
          <a:lstStyle>
            <a:lvl1pPr algn="l">
              <a:defRPr sz="3000" b="1" cap="all">
                <a:solidFill>
                  <a:schemeClr val="accent5"/>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556684" y="1589575"/>
            <a:ext cx="9821030" cy="1500187"/>
          </a:xfrm>
        </p:spPr>
        <p:txBody>
          <a:bodyPr anchor="t"/>
          <a:lstStyle>
            <a:lvl1pPr marL="0" indent="0" algn="l">
              <a:buNone/>
              <a:defRPr sz="2000">
                <a:solidFill>
                  <a:schemeClr val="bg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30929598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Section Header">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08C35BC7-E310-108C-B8C4-672091E1D31D}"/>
              </a:ext>
            </a:extLst>
          </p:cNvPr>
          <p:cNvSpPr>
            <a:spLocks noGrp="1"/>
          </p:cNvSpPr>
          <p:nvPr>
            <p:ph type="pic" sz="quarter" idx="10"/>
          </p:nvPr>
        </p:nvSpPr>
        <p:spPr>
          <a:xfrm>
            <a:off x="0" y="1589575"/>
            <a:ext cx="12192000" cy="2824162"/>
          </a:xfrm>
          <a:solidFill>
            <a:schemeClr val="bg1">
              <a:lumMod val="95000"/>
            </a:schemeClr>
          </a:solidFill>
        </p:spPr>
        <p:txBody>
          <a:bodyPr/>
          <a:lstStyle>
            <a:lvl1pPr>
              <a:defRPr sz="2000"/>
            </a:lvl1pPr>
          </a:lstStyle>
          <a:p>
            <a:endParaRPr lang="en-MY" dirty="0"/>
          </a:p>
        </p:txBody>
      </p:sp>
      <p:sp>
        <p:nvSpPr>
          <p:cNvPr id="2" name="Title 1"/>
          <p:cNvSpPr>
            <a:spLocks noGrp="1"/>
          </p:cNvSpPr>
          <p:nvPr>
            <p:ph type="title"/>
          </p:nvPr>
        </p:nvSpPr>
        <p:spPr>
          <a:xfrm>
            <a:off x="556684" y="3685880"/>
            <a:ext cx="9821030" cy="1362075"/>
          </a:xfrm>
        </p:spPr>
        <p:txBody>
          <a:bodyPr anchor="b"/>
          <a:lstStyle>
            <a:lvl1pPr algn="l">
              <a:defRPr sz="3000" b="1" cap="all">
                <a:solidFill>
                  <a:schemeClr val="tx2"/>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556684" y="5148453"/>
            <a:ext cx="9821030" cy="1500187"/>
          </a:xfrm>
        </p:spPr>
        <p:txBody>
          <a:bodyPr anchor="t"/>
          <a:lstStyle>
            <a:lvl1pPr marL="0" indent="0" algn="l">
              <a:buNone/>
              <a:defRPr sz="2000">
                <a:solidFill>
                  <a:schemeClr val="tx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11601133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Section Header">
    <p:bg>
      <p:bgPr>
        <a:solidFill>
          <a:srgbClr val="001B4D"/>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56684" y="3685880"/>
            <a:ext cx="9821030" cy="1362075"/>
          </a:xfrm>
        </p:spPr>
        <p:txBody>
          <a:bodyPr anchor="b"/>
          <a:lstStyle>
            <a:lvl1pPr algn="l">
              <a:defRPr sz="3000" b="1" cap="all">
                <a:solidFill>
                  <a:schemeClr val="accent5"/>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556684" y="5148453"/>
            <a:ext cx="9821030" cy="1500187"/>
          </a:xfrm>
        </p:spPr>
        <p:txBody>
          <a:bodyPr anchor="t"/>
          <a:lstStyle>
            <a:lvl1pPr marL="0" indent="0" algn="l">
              <a:buNone/>
              <a:defRPr sz="2000">
                <a:solidFill>
                  <a:schemeClr val="bg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
        <p:nvSpPr>
          <p:cNvPr id="4" name="Picture Placeholder 6">
            <a:extLst>
              <a:ext uri="{FF2B5EF4-FFF2-40B4-BE49-F238E27FC236}">
                <a16:creationId xmlns:a16="http://schemas.microsoft.com/office/drawing/2014/main" id="{782A26D2-4216-FF76-6392-C88F8808F07F}"/>
              </a:ext>
            </a:extLst>
          </p:cNvPr>
          <p:cNvSpPr>
            <a:spLocks noGrp="1"/>
          </p:cNvSpPr>
          <p:nvPr>
            <p:ph type="pic" sz="quarter" idx="10"/>
          </p:nvPr>
        </p:nvSpPr>
        <p:spPr>
          <a:xfrm>
            <a:off x="0" y="1589575"/>
            <a:ext cx="12192000" cy="2824162"/>
          </a:xfrm>
          <a:solidFill>
            <a:schemeClr val="bg1">
              <a:lumMod val="95000"/>
            </a:schemeClr>
          </a:solidFill>
        </p:spPr>
        <p:txBody>
          <a:bodyPr/>
          <a:lstStyle>
            <a:lvl1pPr>
              <a:defRPr sz="2000"/>
            </a:lvl1pPr>
          </a:lstStyle>
          <a:p>
            <a:endParaRPr lang="en-MY" dirty="0"/>
          </a:p>
        </p:txBody>
      </p:sp>
    </p:spTree>
    <p:extLst>
      <p:ext uri="{BB962C8B-B14F-4D97-AF65-F5344CB8AC3E}">
        <p14:creationId xmlns:p14="http://schemas.microsoft.com/office/powerpoint/2010/main" val="41322069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10B0135-B9A4-80F3-C5A0-025E6765426D}"/>
              </a:ext>
            </a:extLst>
          </p:cNvPr>
          <p:cNvSpPr>
            <a:spLocks noGrp="1"/>
          </p:cNvSpPr>
          <p:nvPr>
            <p:ph type="pic" sz="quarter" idx="10"/>
          </p:nvPr>
        </p:nvSpPr>
        <p:spPr>
          <a:xfrm>
            <a:off x="0" y="0"/>
            <a:ext cx="12192000" cy="6858000"/>
          </a:xfrm>
          <a:prstGeom prst="rect">
            <a:avLst/>
          </a:prstGeom>
          <a:solidFill>
            <a:schemeClr val="bg1">
              <a:lumMod val="95000"/>
            </a:schemeClr>
          </a:solidFill>
        </p:spPr>
        <p:txBody>
          <a:bodyPr/>
          <a:lstStyle>
            <a:lvl1pPr>
              <a:defRPr sz="2000"/>
            </a:lvl1pPr>
          </a:lstStyle>
          <a:p>
            <a:endParaRPr lang="en-US"/>
          </a:p>
        </p:txBody>
      </p:sp>
      <p:sp>
        <p:nvSpPr>
          <p:cNvPr id="2" name="Title 1"/>
          <p:cNvSpPr>
            <a:spLocks noGrp="1"/>
          </p:cNvSpPr>
          <p:nvPr>
            <p:ph type="title"/>
          </p:nvPr>
        </p:nvSpPr>
        <p:spPr>
          <a:xfrm>
            <a:off x="963084" y="4406901"/>
            <a:ext cx="10363200" cy="1362075"/>
          </a:xfrm>
        </p:spPr>
        <p:txBody>
          <a:bodyPr anchor="t"/>
          <a:lstStyle>
            <a:lvl1pPr algn="ctr">
              <a:defRPr sz="3000" b="1" cap="all">
                <a:solidFill>
                  <a:schemeClr val="accent5"/>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963084" y="2906713"/>
            <a:ext cx="10363200" cy="1500187"/>
          </a:xfrm>
        </p:spPr>
        <p:txBody>
          <a:bodyPr anchor="b"/>
          <a:lstStyle>
            <a:lvl1pPr marL="0" indent="0" algn="ctr">
              <a:buNone/>
              <a:defRPr sz="2500">
                <a:solidFill>
                  <a:schemeClr val="bg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1688213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Section Header">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10B0135-B9A4-80F3-C5A0-025E6765426D}"/>
              </a:ext>
            </a:extLst>
          </p:cNvPr>
          <p:cNvSpPr>
            <a:spLocks noGrp="1"/>
          </p:cNvSpPr>
          <p:nvPr>
            <p:ph type="pic" sz="quarter" idx="10"/>
          </p:nvPr>
        </p:nvSpPr>
        <p:spPr>
          <a:xfrm>
            <a:off x="0" y="0"/>
            <a:ext cx="12192000" cy="6858000"/>
          </a:xfrm>
          <a:prstGeom prst="rect">
            <a:avLst/>
          </a:prstGeom>
          <a:solidFill>
            <a:schemeClr val="bg1">
              <a:lumMod val="95000"/>
            </a:schemeClr>
          </a:solidFill>
        </p:spPr>
        <p:txBody>
          <a:bodyPr/>
          <a:lstStyle>
            <a:lvl1pPr>
              <a:defRPr sz="2000">
                <a:solidFill>
                  <a:schemeClr val="bg1"/>
                </a:solidFill>
              </a:defRPr>
            </a:lvl1pPr>
          </a:lstStyle>
          <a:p>
            <a:endParaRPr lang="en-US"/>
          </a:p>
        </p:txBody>
      </p:sp>
      <p:sp>
        <p:nvSpPr>
          <p:cNvPr id="5" name="Title 1">
            <a:extLst>
              <a:ext uri="{FF2B5EF4-FFF2-40B4-BE49-F238E27FC236}">
                <a16:creationId xmlns:a16="http://schemas.microsoft.com/office/drawing/2014/main" id="{2CF2E1CC-7F1D-6CF8-6A38-2EE36FC97117}"/>
              </a:ext>
            </a:extLst>
          </p:cNvPr>
          <p:cNvSpPr>
            <a:spLocks noGrp="1"/>
          </p:cNvSpPr>
          <p:nvPr>
            <p:ph type="title"/>
          </p:nvPr>
        </p:nvSpPr>
        <p:spPr>
          <a:xfrm>
            <a:off x="556684" y="127002"/>
            <a:ext cx="9349316" cy="1362075"/>
          </a:xfrm>
        </p:spPr>
        <p:txBody>
          <a:bodyPr anchor="b"/>
          <a:lstStyle>
            <a:lvl1pPr algn="l">
              <a:defRPr sz="3000" b="1" cap="all">
                <a:solidFill>
                  <a:schemeClr val="tx2"/>
                </a:solidFill>
              </a:defRPr>
            </a:lvl1pPr>
          </a:lstStyle>
          <a:p>
            <a:r>
              <a:rPr lang="en-US" dirty="0"/>
              <a:t>Click to edit Master title style</a:t>
            </a:r>
            <a:endParaRPr lang="en-GB" dirty="0"/>
          </a:p>
        </p:txBody>
      </p:sp>
      <p:sp>
        <p:nvSpPr>
          <p:cNvPr id="6" name="Text Placeholder 2">
            <a:extLst>
              <a:ext uri="{FF2B5EF4-FFF2-40B4-BE49-F238E27FC236}">
                <a16:creationId xmlns:a16="http://schemas.microsoft.com/office/drawing/2014/main" id="{7C71BCF8-2B27-BEA0-B962-D2EE1DB6519F}"/>
              </a:ext>
            </a:extLst>
          </p:cNvPr>
          <p:cNvSpPr>
            <a:spLocks noGrp="1"/>
          </p:cNvSpPr>
          <p:nvPr>
            <p:ph type="body" idx="1"/>
          </p:nvPr>
        </p:nvSpPr>
        <p:spPr>
          <a:xfrm>
            <a:off x="556684" y="1589575"/>
            <a:ext cx="9349316" cy="1500187"/>
          </a:xfrm>
        </p:spPr>
        <p:txBody>
          <a:bodyPr anchor="t"/>
          <a:lstStyle>
            <a:lvl1pPr marL="0" indent="0" algn="l">
              <a:buNone/>
              <a:defRPr sz="2000">
                <a:solidFill>
                  <a:schemeClr val="accent6"/>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7" name="Picture 6" descr="Logo, company name&#10;&#10;Description automatically generated">
            <a:extLst>
              <a:ext uri="{FF2B5EF4-FFF2-40B4-BE49-F238E27FC236}">
                <a16:creationId xmlns:a16="http://schemas.microsoft.com/office/drawing/2014/main" id="{FCDEFE03-E507-9264-8C2B-2E78DD2EA1A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22246170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2" name="Picture 10" descr="APU Logo Final-medium.jpg">
            <a:extLst>
              <a:ext uri="{FF2B5EF4-FFF2-40B4-BE49-F238E27FC236}">
                <a16:creationId xmlns:a16="http://schemas.microsoft.com/office/drawing/2014/main" id="{383451EB-63F4-DFF6-8522-1522FB643F03}"/>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6">
            <a:extLst>
              <a:ext uri="{FF2B5EF4-FFF2-40B4-BE49-F238E27FC236}">
                <a16:creationId xmlns:a16="http://schemas.microsoft.com/office/drawing/2014/main" id="{98F54A5F-F810-96A4-5910-A7F80EDAE683}"/>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p>
        </p:txBody>
      </p:sp>
    </p:spTree>
    <p:extLst>
      <p:ext uri="{BB962C8B-B14F-4D97-AF65-F5344CB8AC3E}">
        <p14:creationId xmlns:p14="http://schemas.microsoft.com/office/powerpoint/2010/main" val="28444177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Content">
    <p:bg>
      <p:bgPr>
        <a:solidFill>
          <a:srgbClr val="001B4D"/>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6">
            <a:extLst>
              <a:ext uri="{FF2B5EF4-FFF2-40B4-BE49-F238E27FC236}">
                <a16:creationId xmlns:a16="http://schemas.microsoft.com/office/drawing/2014/main" id="{98F54A5F-F810-96A4-5910-A7F80EDAE683}"/>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pic>
        <p:nvPicPr>
          <p:cNvPr id="5" name="Picture 4" descr="Logo, company name&#10;&#10;Description automatically generated">
            <a:extLst>
              <a:ext uri="{FF2B5EF4-FFF2-40B4-BE49-F238E27FC236}">
                <a16:creationId xmlns:a16="http://schemas.microsoft.com/office/drawing/2014/main" id="{8F68BB6B-7571-DB8A-80FB-F7C3AD26106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1829978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3" name="Picture 10" descr="APU Logo Final-medium.jpg">
            <a:extLst>
              <a:ext uri="{FF2B5EF4-FFF2-40B4-BE49-F238E27FC236}">
                <a16:creationId xmlns:a16="http://schemas.microsoft.com/office/drawing/2014/main" id="{D43B7469-696D-D5B3-7497-03AB7CFB3F90}"/>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6">
            <a:extLst>
              <a:ext uri="{FF2B5EF4-FFF2-40B4-BE49-F238E27FC236}">
                <a16:creationId xmlns:a16="http://schemas.microsoft.com/office/drawing/2014/main" id="{BBB11AA0-4CFB-DDD2-980D-D195C9DD8A43}"/>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p>
        </p:txBody>
      </p:sp>
    </p:spTree>
    <p:extLst>
      <p:ext uri="{BB962C8B-B14F-4D97-AF65-F5344CB8AC3E}">
        <p14:creationId xmlns:p14="http://schemas.microsoft.com/office/powerpoint/2010/main" val="4115350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rgbClr val="001B4D"/>
        </a:solidFill>
        <a:effectLst/>
      </p:bgPr>
    </p:bg>
    <p:spTree>
      <p:nvGrpSpPr>
        <p:cNvPr id="1" name=""/>
        <p:cNvGrpSpPr/>
        <p:nvPr/>
      </p:nvGrpSpPr>
      <p:grpSpPr>
        <a:xfrm>
          <a:off x="0" y="0"/>
          <a:ext cx="0" cy="0"/>
          <a:chOff x="0" y="0"/>
          <a:chExt cx="0" cy="0"/>
        </a:xfrm>
      </p:grpSpPr>
      <p:sp>
        <p:nvSpPr>
          <p:cNvPr id="6" name="Rectangle 6">
            <a:extLst>
              <a:ext uri="{FF2B5EF4-FFF2-40B4-BE49-F238E27FC236}">
                <a16:creationId xmlns:a16="http://schemas.microsoft.com/office/drawing/2014/main" id="{BBB11AA0-4CFB-DDD2-980D-D195C9DD8A43}"/>
              </a:ext>
            </a:extLst>
          </p:cNvPr>
          <p:cNvSpPr>
            <a:spLocks noGrp="1" noChangeArrowheads="1"/>
          </p:cNvSpPr>
          <p:nvPr>
            <p:ph type="title"/>
          </p:nvPr>
        </p:nvSpPr>
        <p:spPr bwMode="auto">
          <a:xfrm>
            <a:off x="295352" y="274638"/>
            <a:ext cx="10457373" cy="1143000"/>
          </a:xfrm>
          <a:prstGeom prst="rect">
            <a:avLst/>
          </a:prstGeom>
          <a:noFill/>
          <a:ln>
            <a:noFill/>
          </a:ln>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pic>
        <p:nvPicPr>
          <p:cNvPr id="2" name="Picture 1" descr="Logo, company name&#10;&#10;Description automatically generated">
            <a:extLst>
              <a:ext uri="{FF2B5EF4-FFF2-40B4-BE49-F238E27FC236}">
                <a16:creationId xmlns:a16="http://schemas.microsoft.com/office/drawing/2014/main" id="{163C07D3-0112-1601-B752-FDBF091DDEC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12798380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95352" y="1697038"/>
            <a:ext cx="538480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237817" y="1697038"/>
            <a:ext cx="538480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6" name="Picture 10" descr="APU Logo Final-medium.jpg">
            <a:extLst>
              <a:ext uri="{FF2B5EF4-FFF2-40B4-BE49-F238E27FC236}">
                <a16:creationId xmlns:a16="http://schemas.microsoft.com/office/drawing/2014/main" id="{0802BECB-EBD7-EAF2-F449-AA70E280397A}"/>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6">
            <a:extLst>
              <a:ext uri="{FF2B5EF4-FFF2-40B4-BE49-F238E27FC236}">
                <a16:creationId xmlns:a16="http://schemas.microsoft.com/office/drawing/2014/main" id="{4980A499-972D-DEC1-0CDD-C8C7AF006334}"/>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p>
        </p:txBody>
      </p:sp>
    </p:spTree>
    <p:extLst>
      <p:ext uri="{BB962C8B-B14F-4D97-AF65-F5344CB8AC3E}">
        <p14:creationId xmlns:p14="http://schemas.microsoft.com/office/powerpoint/2010/main" val="21763119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wo Content">
    <p:bg>
      <p:bgPr>
        <a:solidFill>
          <a:srgbClr val="001B4D"/>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95352" y="1697038"/>
            <a:ext cx="5384800" cy="4525962"/>
          </a:xfrm>
        </p:spPr>
        <p:txBody>
          <a:bodyPr/>
          <a:lstStyle>
            <a:lvl1pPr>
              <a:defRPr sz="28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237817" y="1697038"/>
            <a:ext cx="5384800" cy="4525962"/>
          </a:xfrm>
        </p:spPr>
        <p:txBody>
          <a:bodyPr/>
          <a:lstStyle>
            <a:lvl1pPr>
              <a:defRPr sz="28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Rectangle 6">
            <a:extLst>
              <a:ext uri="{FF2B5EF4-FFF2-40B4-BE49-F238E27FC236}">
                <a16:creationId xmlns:a16="http://schemas.microsoft.com/office/drawing/2014/main" id="{4980A499-972D-DEC1-0CDD-C8C7AF006334}"/>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pic>
        <p:nvPicPr>
          <p:cNvPr id="2" name="Picture 1" descr="Logo, company name&#10;&#10;Description automatically generated">
            <a:extLst>
              <a:ext uri="{FF2B5EF4-FFF2-40B4-BE49-F238E27FC236}">
                <a16:creationId xmlns:a16="http://schemas.microsoft.com/office/drawing/2014/main" id="{9CBCAFAD-0874-A920-E7D5-68A99F50902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213207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95352" y="1535113"/>
            <a:ext cx="5701165" cy="639762"/>
          </a:xfrm>
        </p:spPr>
        <p:txBody>
          <a:bodyPr anchor="b"/>
          <a:lstStyle>
            <a:lvl1pPr marL="0" indent="0">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295352" y="2174875"/>
            <a:ext cx="5701165" cy="3951288"/>
          </a:xfrm>
        </p:spPr>
        <p:txBody>
          <a:bodyPr/>
          <a:lstStyle>
            <a:lvl1pPr>
              <a:defRPr sz="2400">
                <a:solidFill>
                  <a:schemeClr val="tx1"/>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solidFill>
                  <a:schemeClr val="tx1"/>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Rectangle 6">
            <a:extLst>
              <a:ext uri="{FF2B5EF4-FFF2-40B4-BE49-F238E27FC236}">
                <a16:creationId xmlns:a16="http://schemas.microsoft.com/office/drawing/2014/main" id="{212DAC53-88F1-5536-6538-48E550FD8C78}"/>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p>
        </p:txBody>
      </p:sp>
      <p:pic>
        <p:nvPicPr>
          <p:cNvPr id="2" name="Picture 10" descr="APU Logo Final-medium.jpg">
            <a:extLst>
              <a:ext uri="{FF2B5EF4-FFF2-40B4-BE49-F238E27FC236}">
                <a16:creationId xmlns:a16="http://schemas.microsoft.com/office/drawing/2014/main" id="{59460E12-C28F-6F47-C8AD-1B01DC7DB164}"/>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771721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omparison">
    <p:bg>
      <p:bgPr>
        <a:solidFill>
          <a:srgbClr val="001B4D"/>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95352" y="1535113"/>
            <a:ext cx="5701165"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295352" y="2174875"/>
            <a:ext cx="5701165" cy="3951288"/>
          </a:xfrm>
        </p:spPr>
        <p:txBody>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Rectangle 6">
            <a:extLst>
              <a:ext uri="{FF2B5EF4-FFF2-40B4-BE49-F238E27FC236}">
                <a16:creationId xmlns:a16="http://schemas.microsoft.com/office/drawing/2014/main" id="{212DAC53-88F1-5536-6538-48E550FD8C78}"/>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pic>
        <p:nvPicPr>
          <p:cNvPr id="2" name="Picture 1" descr="Logo, company name&#10;&#10;Description automatically generated">
            <a:extLst>
              <a:ext uri="{FF2B5EF4-FFF2-40B4-BE49-F238E27FC236}">
                <a16:creationId xmlns:a16="http://schemas.microsoft.com/office/drawing/2014/main" id="{C7C10021-D30B-49A3-9775-E4B01805881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17295984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2_Blank">
    <p:bg>
      <p:bgPr>
        <a:solidFill>
          <a:srgbClr val="001B4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80677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2581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pic>
        <p:nvPicPr>
          <p:cNvPr id="2" name="Picture 10" descr="APU Logo Final-medium.jpg">
            <a:extLst>
              <a:ext uri="{FF2B5EF4-FFF2-40B4-BE49-F238E27FC236}">
                <a16:creationId xmlns:a16="http://schemas.microsoft.com/office/drawing/2014/main" id="{131C5456-E521-C7D4-FB88-68A63787FD4F}"/>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129999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3_Blank">
    <p:bg>
      <p:bgPr>
        <a:solidFill>
          <a:srgbClr val="001B4D"/>
        </a:solidFill>
        <a:effectLst/>
      </p:bgPr>
    </p:bg>
    <p:spTree>
      <p:nvGrpSpPr>
        <p:cNvPr id="1" name=""/>
        <p:cNvGrpSpPr/>
        <p:nvPr/>
      </p:nvGrpSpPr>
      <p:grpSpPr>
        <a:xfrm>
          <a:off x="0" y="0"/>
          <a:ext cx="0" cy="0"/>
          <a:chOff x="0" y="0"/>
          <a:chExt cx="0" cy="0"/>
        </a:xfrm>
      </p:grpSpPr>
      <p:pic>
        <p:nvPicPr>
          <p:cNvPr id="3" name="Picture 2" descr="Logo, company name&#10;&#10;Description automatically generated">
            <a:extLst>
              <a:ext uri="{FF2B5EF4-FFF2-40B4-BE49-F238E27FC236}">
                <a16:creationId xmlns:a16="http://schemas.microsoft.com/office/drawing/2014/main" id="{04DC0352-F5ED-1918-1F8A-8B80BB6E8C9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8159544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4766733" y="273051"/>
            <a:ext cx="6815667" cy="5853113"/>
          </a:xfrm>
        </p:spPr>
        <p:txBody>
          <a:bodyPr/>
          <a:lstStyle>
            <a:lvl1pPr>
              <a:defRPr sz="3200">
                <a:solidFill>
                  <a:schemeClr val="tx2"/>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2" name="Picture 10" descr="APU Logo Final-medium.jpg">
            <a:extLst>
              <a:ext uri="{FF2B5EF4-FFF2-40B4-BE49-F238E27FC236}">
                <a16:creationId xmlns:a16="http://schemas.microsoft.com/office/drawing/2014/main" id="{AA1C13FB-D1A7-194E-A332-391C492A0CF5}"/>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626897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Content with Caption">
    <p:bg>
      <p:bgPr>
        <a:solidFill>
          <a:srgbClr val="001B4D"/>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766733" y="273051"/>
            <a:ext cx="6815667" cy="5853113"/>
          </a:xfrm>
        </p:spPr>
        <p:txBody>
          <a:bodyPr/>
          <a:lstStyle>
            <a:lvl1pPr>
              <a:defRPr sz="3200">
                <a:solidFill>
                  <a:schemeClr val="accent5"/>
                </a:solidFill>
              </a:defRPr>
            </a:lvl1pPr>
            <a:lvl2pPr>
              <a:defRPr sz="2800">
                <a:solidFill>
                  <a:schemeClr val="bg1"/>
                </a:solidFill>
              </a:defRPr>
            </a:lvl2pPr>
            <a:lvl3pPr>
              <a:defRPr sz="2400">
                <a:solidFill>
                  <a:schemeClr val="bg1"/>
                </a:solidFill>
              </a:defRPr>
            </a:lvl3pPr>
            <a:lvl4pPr>
              <a:defRPr sz="2000">
                <a:solidFill>
                  <a:schemeClr val="bg1"/>
                </a:solidFill>
              </a:defRPr>
            </a:lvl4pPr>
            <a:lvl5pPr>
              <a:defRPr sz="2000">
                <a:solidFill>
                  <a:schemeClr val="bg1"/>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solidFill>
                  <a:schemeClr val="bg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pic>
        <p:nvPicPr>
          <p:cNvPr id="2" name="Picture 1" descr="Logo, company name&#10;&#10;Description automatically generated">
            <a:extLst>
              <a:ext uri="{FF2B5EF4-FFF2-40B4-BE49-F238E27FC236}">
                <a16:creationId xmlns:a16="http://schemas.microsoft.com/office/drawing/2014/main" id="{C3D40C30-8297-E054-688C-7A1636F331C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411" y="27044"/>
            <a:ext cx="977178" cy="981307"/>
          </a:xfrm>
          <a:prstGeom prst="rect">
            <a:avLst/>
          </a:prstGeom>
        </p:spPr>
      </p:pic>
    </p:spTree>
    <p:extLst>
      <p:ext uri="{BB962C8B-B14F-4D97-AF65-F5344CB8AC3E}">
        <p14:creationId xmlns:p14="http://schemas.microsoft.com/office/powerpoint/2010/main" val="38149247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389717" y="612775"/>
            <a:ext cx="7315200" cy="4114800"/>
          </a:xfrm>
          <a:solidFill>
            <a:schemeClr val="bg1">
              <a:lumMod val="95000"/>
            </a:schemeClr>
          </a:solidFill>
        </p:spPr>
        <p:txBody>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5" name="Picture 10" descr="APU Logo Final-medium.jpg">
            <a:extLst>
              <a:ext uri="{FF2B5EF4-FFF2-40B4-BE49-F238E27FC236}">
                <a16:creationId xmlns:a16="http://schemas.microsoft.com/office/drawing/2014/main" id="{53C3B966-D4E4-30D5-4A13-103486C2EBAD}"/>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064623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5_Picture with Caption">
    <p:bg>
      <p:bgPr>
        <a:solidFill>
          <a:srgbClr val="001B4D"/>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solidFill>
                  <a:schemeClr val="accent5"/>
                </a:solidFill>
              </a:defRPr>
            </a:lvl1pPr>
          </a:lstStyle>
          <a:p>
            <a:r>
              <a:rPr lang="en-US" dirty="0"/>
              <a:t>Click to edit Master title style</a:t>
            </a:r>
            <a:endParaRPr lang="en-GB" dirty="0"/>
          </a:p>
        </p:txBody>
      </p:sp>
      <p:sp>
        <p:nvSpPr>
          <p:cNvPr id="3" name="Picture Placeholder 2"/>
          <p:cNvSpPr>
            <a:spLocks noGrp="1"/>
          </p:cNvSpPr>
          <p:nvPr>
            <p:ph type="pic" idx="1"/>
          </p:nvPr>
        </p:nvSpPr>
        <p:spPr>
          <a:xfrm>
            <a:off x="2389717" y="612775"/>
            <a:ext cx="7315200" cy="4114800"/>
          </a:xfrm>
          <a:solidFill>
            <a:schemeClr val="bg1">
              <a:lumMod val="95000"/>
            </a:schemeClr>
          </a:solidFill>
        </p:spPr>
        <p:txBody>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5" name="Picture 4" descr="Logo, company name&#10;&#10;Description automatically generated">
            <a:extLst>
              <a:ext uri="{FF2B5EF4-FFF2-40B4-BE49-F238E27FC236}">
                <a16:creationId xmlns:a16="http://schemas.microsoft.com/office/drawing/2014/main" id="{88157A30-7FA7-829E-6D9C-4DCC0CDCA7A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526447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Picture with Caption">
    <p:bg>
      <p:bgPr>
        <a:solidFill>
          <a:schemeClr val="bg1"/>
        </a:solidFill>
        <a:effectLst/>
      </p:bgPr>
    </p:bg>
    <p:spTree>
      <p:nvGrpSpPr>
        <p:cNvPr id="1" name=""/>
        <p:cNvGrpSpPr/>
        <p:nvPr/>
      </p:nvGrpSpPr>
      <p:grpSpPr>
        <a:xfrm>
          <a:off x="0" y="0"/>
          <a:ext cx="0" cy="0"/>
          <a:chOff x="0" y="0"/>
          <a:chExt cx="0" cy="0"/>
        </a:xfrm>
      </p:grpSpPr>
      <p:sp>
        <p:nvSpPr>
          <p:cNvPr id="5" name="Picture Placeholder 6">
            <a:extLst>
              <a:ext uri="{FF2B5EF4-FFF2-40B4-BE49-F238E27FC236}">
                <a16:creationId xmlns:a16="http://schemas.microsoft.com/office/drawing/2014/main" id="{AED5BC53-2816-4210-4970-4FC239BFDB5F}"/>
              </a:ext>
            </a:extLst>
          </p:cNvPr>
          <p:cNvSpPr>
            <a:spLocks noGrp="1"/>
          </p:cNvSpPr>
          <p:nvPr>
            <p:ph type="pic" sz="quarter" idx="10"/>
          </p:nvPr>
        </p:nvSpPr>
        <p:spPr>
          <a:xfrm>
            <a:off x="0" y="1192213"/>
            <a:ext cx="12192000" cy="2824162"/>
          </a:xfrm>
          <a:solidFill>
            <a:schemeClr val="bg1">
              <a:lumMod val="95000"/>
            </a:schemeClr>
          </a:solidFill>
        </p:spPr>
        <p:txBody>
          <a:bodyPr/>
          <a:lstStyle>
            <a:lvl1pPr>
              <a:defRPr sz="2000"/>
            </a:lvl1pPr>
          </a:lstStyle>
          <a:p>
            <a:endParaRPr lang="en-MY" dirty="0"/>
          </a:p>
        </p:txBody>
      </p:sp>
      <p:sp>
        <p:nvSpPr>
          <p:cNvPr id="2" name="Text Placeholder 3">
            <a:extLst>
              <a:ext uri="{FF2B5EF4-FFF2-40B4-BE49-F238E27FC236}">
                <a16:creationId xmlns:a16="http://schemas.microsoft.com/office/drawing/2014/main" id="{84F7A2FB-3692-7374-ECE6-3DDD8A007D21}"/>
              </a:ext>
            </a:extLst>
          </p:cNvPr>
          <p:cNvSpPr>
            <a:spLocks noGrp="1"/>
          </p:cNvSpPr>
          <p:nvPr>
            <p:ph type="body" sz="half" idx="2"/>
          </p:nvPr>
        </p:nvSpPr>
        <p:spPr>
          <a:xfrm>
            <a:off x="273377" y="4213781"/>
            <a:ext cx="11623250" cy="1958419"/>
          </a:xfrm>
        </p:spPr>
        <p:txBody>
          <a:bodyPr/>
          <a:lstStyle>
            <a:lvl1pPr marL="0" indent="0">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3" name="Picture 10" descr="APU Logo Final-medium.jpg">
            <a:extLst>
              <a:ext uri="{FF2B5EF4-FFF2-40B4-BE49-F238E27FC236}">
                <a16:creationId xmlns:a16="http://schemas.microsoft.com/office/drawing/2014/main" id="{82C331B9-CEE5-20AD-DD62-DCC7F9E24364}"/>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299797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7_Picture with Caption">
    <p:bg>
      <p:bgPr>
        <a:solidFill>
          <a:srgbClr val="001B4D"/>
        </a:solidFill>
        <a:effectLst/>
      </p:bgPr>
    </p:bg>
    <p:spTree>
      <p:nvGrpSpPr>
        <p:cNvPr id="1" name=""/>
        <p:cNvGrpSpPr/>
        <p:nvPr/>
      </p:nvGrpSpPr>
      <p:grpSpPr>
        <a:xfrm>
          <a:off x="0" y="0"/>
          <a:ext cx="0" cy="0"/>
          <a:chOff x="0" y="0"/>
          <a:chExt cx="0" cy="0"/>
        </a:xfrm>
      </p:grpSpPr>
      <p:sp>
        <p:nvSpPr>
          <p:cNvPr id="5" name="Picture Placeholder 6">
            <a:extLst>
              <a:ext uri="{FF2B5EF4-FFF2-40B4-BE49-F238E27FC236}">
                <a16:creationId xmlns:a16="http://schemas.microsoft.com/office/drawing/2014/main" id="{AED5BC53-2816-4210-4970-4FC239BFDB5F}"/>
              </a:ext>
            </a:extLst>
          </p:cNvPr>
          <p:cNvSpPr>
            <a:spLocks noGrp="1"/>
          </p:cNvSpPr>
          <p:nvPr>
            <p:ph type="pic" sz="quarter" idx="10"/>
          </p:nvPr>
        </p:nvSpPr>
        <p:spPr>
          <a:xfrm>
            <a:off x="0" y="1192213"/>
            <a:ext cx="12192000" cy="2824162"/>
          </a:xfrm>
          <a:solidFill>
            <a:schemeClr val="bg1">
              <a:lumMod val="95000"/>
            </a:schemeClr>
          </a:solidFill>
        </p:spPr>
        <p:txBody>
          <a:bodyPr/>
          <a:lstStyle>
            <a:lvl1pPr>
              <a:defRPr sz="2000"/>
            </a:lvl1pPr>
          </a:lstStyle>
          <a:p>
            <a:endParaRPr lang="en-MY" dirty="0"/>
          </a:p>
        </p:txBody>
      </p:sp>
      <p:sp>
        <p:nvSpPr>
          <p:cNvPr id="2" name="Text Placeholder 3">
            <a:extLst>
              <a:ext uri="{FF2B5EF4-FFF2-40B4-BE49-F238E27FC236}">
                <a16:creationId xmlns:a16="http://schemas.microsoft.com/office/drawing/2014/main" id="{40F80C67-7C47-1046-B1B1-5649F52F2ADD}"/>
              </a:ext>
            </a:extLst>
          </p:cNvPr>
          <p:cNvSpPr>
            <a:spLocks noGrp="1"/>
          </p:cNvSpPr>
          <p:nvPr>
            <p:ph type="body" sz="half" idx="2"/>
          </p:nvPr>
        </p:nvSpPr>
        <p:spPr>
          <a:xfrm>
            <a:off x="273377" y="4213781"/>
            <a:ext cx="11623250" cy="1958419"/>
          </a:xfrm>
        </p:spPr>
        <p:txBody>
          <a:bodyPr/>
          <a:lstStyle>
            <a:lvl1pPr marL="0" indent="0">
              <a:buNone/>
              <a:defRPr sz="1400">
                <a:solidFill>
                  <a:schemeClr val="bg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3" name="Picture 2" descr="Logo, company name&#10;&#10;Description automatically generated">
            <a:extLst>
              <a:ext uri="{FF2B5EF4-FFF2-40B4-BE49-F238E27FC236}">
                <a16:creationId xmlns:a16="http://schemas.microsoft.com/office/drawing/2014/main" id="{ED178921-E6EB-89FB-1721-8D340F832CB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155481814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0_Picture with Caption">
    <p:bg>
      <p:bgPr>
        <a:solidFill>
          <a:schemeClr val="bg1"/>
        </a:solidFill>
        <a:effectLst/>
      </p:bgPr>
    </p:bg>
    <p:spTree>
      <p:nvGrpSpPr>
        <p:cNvPr id="1" name=""/>
        <p:cNvGrpSpPr/>
        <p:nvPr/>
      </p:nvGrpSpPr>
      <p:grpSpPr>
        <a:xfrm>
          <a:off x="0" y="0"/>
          <a:ext cx="0" cy="0"/>
          <a:chOff x="0" y="0"/>
          <a:chExt cx="0" cy="0"/>
        </a:xfrm>
      </p:grpSpPr>
      <p:sp>
        <p:nvSpPr>
          <p:cNvPr id="2" name="Text Placeholder 3">
            <a:extLst>
              <a:ext uri="{FF2B5EF4-FFF2-40B4-BE49-F238E27FC236}">
                <a16:creationId xmlns:a16="http://schemas.microsoft.com/office/drawing/2014/main" id="{84F7A2FB-3692-7374-ECE6-3DDD8A007D21}"/>
              </a:ext>
            </a:extLst>
          </p:cNvPr>
          <p:cNvSpPr>
            <a:spLocks noGrp="1"/>
          </p:cNvSpPr>
          <p:nvPr>
            <p:ph type="body" sz="half" idx="2"/>
          </p:nvPr>
        </p:nvSpPr>
        <p:spPr>
          <a:xfrm>
            <a:off x="273377" y="1132114"/>
            <a:ext cx="11623250" cy="1654629"/>
          </a:xfrm>
        </p:spPr>
        <p:txBody>
          <a:bodyPr/>
          <a:lstStyle>
            <a:lvl1pPr marL="0" indent="0">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Picture Placeholder 13">
            <a:extLst>
              <a:ext uri="{FF2B5EF4-FFF2-40B4-BE49-F238E27FC236}">
                <a16:creationId xmlns:a16="http://schemas.microsoft.com/office/drawing/2014/main" id="{0E2C0782-CF15-D587-F209-76A369475B0A}"/>
              </a:ext>
            </a:extLst>
          </p:cNvPr>
          <p:cNvSpPr>
            <a:spLocks noGrp="1"/>
          </p:cNvSpPr>
          <p:nvPr>
            <p:ph type="pic" sz="quarter" idx="16"/>
          </p:nvPr>
        </p:nvSpPr>
        <p:spPr>
          <a:xfrm>
            <a:off x="0" y="3091543"/>
            <a:ext cx="6096000" cy="3413665"/>
          </a:xfrm>
          <a:prstGeom prst="rect">
            <a:avLst/>
          </a:prstGeom>
          <a:effectLst/>
        </p:spPr>
        <p:txBody>
          <a:bodyPr>
            <a:normAutofit/>
          </a:bodyPr>
          <a:lstStyle>
            <a:lvl1pPr marL="0" indent="0">
              <a:buNone/>
              <a:defRPr sz="2000" b="0" i="0">
                <a:ln>
                  <a:noFill/>
                </a:ln>
                <a:solidFill>
                  <a:schemeClr val="bg1">
                    <a:lumMod val="85000"/>
                  </a:schemeClr>
                </a:solidFill>
                <a:latin typeface="+mj-lt"/>
                <a:ea typeface="Poppins Light" charset="0"/>
                <a:cs typeface="Poppins Light" charset="0"/>
              </a:defRPr>
            </a:lvl1pPr>
          </a:lstStyle>
          <a:p>
            <a:endParaRPr lang="en-US" dirty="0"/>
          </a:p>
        </p:txBody>
      </p:sp>
      <p:sp>
        <p:nvSpPr>
          <p:cNvPr id="7" name="Picture Placeholder 13">
            <a:extLst>
              <a:ext uri="{FF2B5EF4-FFF2-40B4-BE49-F238E27FC236}">
                <a16:creationId xmlns:a16="http://schemas.microsoft.com/office/drawing/2014/main" id="{117C0E03-AD57-26BD-EFAD-135B4185F34C}"/>
              </a:ext>
            </a:extLst>
          </p:cNvPr>
          <p:cNvSpPr>
            <a:spLocks noGrp="1"/>
          </p:cNvSpPr>
          <p:nvPr>
            <p:ph type="pic" sz="quarter" idx="17"/>
          </p:nvPr>
        </p:nvSpPr>
        <p:spPr>
          <a:xfrm>
            <a:off x="6096000" y="3091543"/>
            <a:ext cx="6096000" cy="3413665"/>
          </a:xfrm>
          <a:prstGeom prst="rect">
            <a:avLst/>
          </a:prstGeom>
          <a:effectLst/>
        </p:spPr>
        <p:txBody>
          <a:bodyPr>
            <a:normAutofit/>
          </a:bodyPr>
          <a:lstStyle>
            <a:lvl1pPr marL="0" indent="0">
              <a:buNone/>
              <a:defRPr sz="2000" b="0" i="0">
                <a:ln>
                  <a:noFill/>
                </a:ln>
                <a:solidFill>
                  <a:schemeClr val="bg1">
                    <a:lumMod val="85000"/>
                  </a:schemeClr>
                </a:solidFill>
                <a:latin typeface="+mj-lt"/>
                <a:ea typeface="Poppins Light" charset="0"/>
                <a:cs typeface="Poppins Light" charset="0"/>
              </a:defRPr>
            </a:lvl1pPr>
          </a:lstStyle>
          <a:p>
            <a:endParaRPr lang="en-US" dirty="0"/>
          </a:p>
        </p:txBody>
      </p:sp>
      <p:pic>
        <p:nvPicPr>
          <p:cNvPr id="8" name="Picture 10" descr="APU Logo Final-medium.jpg">
            <a:extLst>
              <a:ext uri="{FF2B5EF4-FFF2-40B4-BE49-F238E27FC236}">
                <a16:creationId xmlns:a16="http://schemas.microsoft.com/office/drawing/2014/main" id="{9186F32B-2E23-EAE7-28F5-E2FCF5E3DFC4}"/>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841940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1_Picture with Caption">
    <p:bg>
      <p:bgPr>
        <a:solidFill>
          <a:srgbClr val="001B4D"/>
        </a:solidFill>
        <a:effectLst/>
      </p:bgPr>
    </p:bg>
    <p:spTree>
      <p:nvGrpSpPr>
        <p:cNvPr id="1" name=""/>
        <p:cNvGrpSpPr/>
        <p:nvPr/>
      </p:nvGrpSpPr>
      <p:grpSpPr>
        <a:xfrm>
          <a:off x="0" y="0"/>
          <a:ext cx="0" cy="0"/>
          <a:chOff x="0" y="0"/>
          <a:chExt cx="0" cy="0"/>
        </a:xfrm>
      </p:grpSpPr>
      <p:sp>
        <p:nvSpPr>
          <p:cNvPr id="2" name="Text Placeholder 3">
            <a:extLst>
              <a:ext uri="{FF2B5EF4-FFF2-40B4-BE49-F238E27FC236}">
                <a16:creationId xmlns:a16="http://schemas.microsoft.com/office/drawing/2014/main" id="{84F7A2FB-3692-7374-ECE6-3DDD8A007D21}"/>
              </a:ext>
            </a:extLst>
          </p:cNvPr>
          <p:cNvSpPr>
            <a:spLocks noGrp="1"/>
          </p:cNvSpPr>
          <p:nvPr>
            <p:ph type="body" sz="half" idx="2"/>
          </p:nvPr>
        </p:nvSpPr>
        <p:spPr>
          <a:xfrm>
            <a:off x="273377" y="1132114"/>
            <a:ext cx="11623250" cy="1654629"/>
          </a:xfrm>
        </p:spPr>
        <p:txBody>
          <a:bodyPr/>
          <a:lstStyle>
            <a:lvl1pPr marL="0" indent="0">
              <a:buNone/>
              <a:defRPr sz="1400">
                <a:solidFill>
                  <a:schemeClr val="bg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Picture Placeholder 13">
            <a:extLst>
              <a:ext uri="{FF2B5EF4-FFF2-40B4-BE49-F238E27FC236}">
                <a16:creationId xmlns:a16="http://schemas.microsoft.com/office/drawing/2014/main" id="{0E2C0782-CF15-D587-F209-76A369475B0A}"/>
              </a:ext>
            </a:extLst>
          </p:cNvPr>
          <p:cNvSpPr>
            <a:spLocks noGrp="1"/>
          </p:cNvSpPr>
          <p:nvPr>
            <p:ph type="pic" sz="quarter" idx="16"/>
          </p:nvPr>
        </p:nvSpPr>
        <p:spPr>
          <a:xfrm>
            <a:off x="0" y="3091543"/>
            <a:ext cx="6096000" cy="3413665"/>
          </a:xfrm>
          <a:prstGeom prst="rect">
            <a:avLst/>
          </a:prstGeom>
          <a:effectLst/>
        </p:spPr>
        <p:txBody>
          <a:bodyPr>
            <a:normAutofit/>
          </a:bodyPr>
          <a:lstStyle>
            <a:lvl1pPr marL="0" indent="0">
              <a:buNone/>
              <a:defRPr sz="2000" b="0" i="0">
                <a:ln>
                  <a:noFill/>
                </a:ln>
                <a:solidFill>
                  <a:schemeClr val="bg1">
                    <a:lumMod val="85000"/>
                  </a:schemeClr>
                </a:solidFill>
                <a:latin typeface="+mj-lt"/>
                <a:ea typeface="Poppins Light" charset="0"/>
                <a:cs typeface="Poppins Light" charset="0"/>
              </a:defRPr>
            </a:lvl1pPr>
          </a:lstStyle>
          <a:p>
            <a:endParaRPr lang="en-US" dirty="0"/>
          </a:p>
        </p:txBody>
      </p:sp>
      <p:sp>
        <p:nvSpPr>
          <p:cNvPr id="7" name="Picture Placeholder 13">
            <a:extLst>
              <a:ext uri="{FF2B5EF4-FFF2-40B4-BE49-F238E27FC236}">
                <a16:creationId xmlns:a16="http://schemas.microsoft.com/office/drawing/2014/main" id="{117C0E03-AD57-26BD-EFAD-135B4185F34C}"/>
              </a:ext>
            </a:extLst>
          </p:cNvPr>
          <p:cNvSpPr>
            <a:spLocks noGrp="1"/>
          </p:cNvSpPr>
          <p:nvPr>
            <p:ph type="pic" sz="quarter" idx="17"/>
          </p:nvPr>
        </p:nvSpPr>
        <p:spPr>
          <a:xfrm>
            <a:off x="6096000" y="3091543"/>
            <a:ext cx="6096000" cy="3413665"/>
          </a:xfrm>
          <a:prstGeom prst="rect">
            <a:avLst/>
          </a:prstGeom>
          <a:effectLst/>
        </p:spPr>
        <p:txBody>
          <a:bodyPr>
            <a:normAutofit/>
          </a:bodyPr>
          <a:lstStyle>
            <a:lvl1pPr marL="0" indent="0">
              <a:buNone/>
              <a:defRPr sz="2000" b="0" i="0">
                <a:ln>
                  <a:noFill/>
                </a:ln>
                <a:solidFill>
                  <a:schemeClr val="bg1">
                    <a:lumMod val="85000"/>
                  </a:schemeClr>
                </a:solidFill>
                <a:latin typeface="+mj-lt"/>
                <a:ea typeface="Poppins Light" charset="0"/>
                <a:cs typeface="Poppins Light" charset="0"/>
              </a:defRPr>
            </a:lvl1pPr>
          </a:lstStyle>
          <a:p>
            <a:endParaRPr lang="en-US" dirty="0"/>
          </a:p>
        </p:txBody>
      </p:sp>
      <p:pic>
        <p:nvPicPr>
          <p:cNvPr id="3" name="Picture 2" descr="Logo, company name&#10;&#10;Description automatically generated">
            <a:extLst>
              <a:ext uri="{FF2B5EF4-FFF2-40B4-BE49-F238E27FC236}">
                <a16:creationId xmlns:a16="http://schemas.microsoft.com/office/drawing/2014/main" id="{10178BF3-0C44-7F6F-9A93-FAD4F3ED2C4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3065249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6_Picture with Caption">
    <p:bg>
      <p:bgPr>
        <a:solidFill>
          <a:schemeClr val="bg1"/>
        </a:solidFill>
        <a:effectLst/>
      </p:bgPr>
    </p:bg>
    <p:spTree>
      <p:nvGrpSpPr>
        <p:cNvPr id="1" name=""/>
        <p:cNvGrpSpPr/>
        <p:nvPr/>
      </p:nvGrpSpPr>
      <p:grpSpPr>
        <a:xfrm>
          <a:off x="0" y="0"/>
          <a:ext cx="0" cy="0"/>
          <a:chOff x="0" y="0"/>
          <a:chExt cx="0" cy="0"/>
        </a:xfrm>
      </p:grpSpPr>
      <p:sp>
        <p:nvSpPr>
          <p:cNvPr id="13" name="Picture Placeholder 2">
            <a:extLst>
              <a:ext uri="{FF2B5EF4-FFF2-40B4-BE49-F238E27FC236}">
                <a16:creationId xmlns:a16="http://schemas.microsoft.com/office/drawing/2014/main" id="{90AFE7E0-13D0-FC56-5802-BC4E161A01B7}"/>
              </a:ext>
            </a:extLst>
          </p:cNvPr>
          <p:cNvSpPr>
            <a:spLocks noGrp="1"/>
          </p:cNvSpPr>
          <p:nvPr>
            <p:ph type="pic" sz="quarter" idx="10"/>
          </p:nvPr>
        </p:nvSpPr>
        <p:spPr>
          <a:xfrm>
            <a:off x="622300" y="1600200"/>
            <a:ext cx="1828801" cy="1828800"/>
          </a:xfrm>
          <a:solidFill>
            <a:schemeClr val="bg1">
              <a:lumMod val="95000"/>
            </a:schemeClr>
          </a:solidFill>
        </p:spPr>
        <p:txBody>
          <a:bodyPr/>
          <a:lstStyle>
            <a:lvl1pPr>
              <a:defRPr sz="1500"/>
            </a:lvl1pPr>
          </a:lstStyle>
          <a:p>
            <a:endParaRPr lang="en-US"/>
          </a:p>
        </p:txBody>
      </p:sp>
      <p:sp>
        <p:nvSpPr>
          <p:cNvPr id="14" name="Picture Placeholder 2">
            <a:extLst>
              <a:ext uri="{FF2B5EF4-FFF2-40B4-BE49-F238E27FC236}">
                <a16:creationId xmlns:a16="http://schemas.microsoft.com/office/drawing/2014/main" id="{85E21580-F245-B670-F787-BF63FAB4B46D}"/>
              </a:ext>
            </a:extLst>
          </p:cNvPr>
          <p:cNvSpPr>
            <a:spLocks noGrp="1"/>
          </p:cNvSpPr>
          <p:nvPr>
            <p:ph type="pic" sz="quarter" idx="11"/>
          </p:nvPr>
        </p:nvSpPr>
        <p:spPr>
          <a:xfrm>
            <a:off x="2890838" y="1600200"/>
            <a:ext cx="1828801" cy="1828800"/>
          </a:xfrm>
          <a:solidFill>
            <a:schemeClr val="bg1">
              <a:lumMod val="95000"/>
            </a:schemeClr>
          </a:solidFill>
        </p:spPr>
        <p:txBody>
          <a:bodyPr/>
          <a:lstStyle>
            <a:lvl1pPr>
              <a:defRPr sz="1500"/>
            </a:lvl1pPr>
          </a:lstStyle>
          <a:p>
            <a:endParaRPr lang="en-US"/>
          </a:p>
        </p:txBody>
      </p:sp>
      <p:sp>
        <p:nvSpPr>
          <p:cNvPr id="15" name="Picture Placeholder 2">
            <a:extLst>
              <a:ext uri="{FF2B5EF4-FFF2-40B4-BE49-F238E27FC236}">
                <a16:creationId xmlns:a16="http://schemas.microsoft.com/office/drawing/2014/main" id="{7B93E3A1-F86B-5848-E0D8-9B910D2CF8DA}"/>
              </a:ext>
            </a:extLst>
          </p:cNvPr>
          <p:cNvSpPr>
            <a:spLocks noGrp="1"/>
          </p:cNvSpPr>
          <p:nvPr>
            <p:ph type="pic" sz="quarter" idx="12"/>
          </p:nvPr>
        </p:nvSpPr>
        <p:spPr>
          <a:xfrm>
            <a:off x="5159376" y="1600200"/>
            <a:ext cx="1828801" cy="1828800"/>
          </a:xfrm>
          <a:solidFill>
            <a:schemeClr val="bg1">
              <a:lumMod val="95000"/>
            </a:schemeClr>
          </a:solidFill>
        </p:spPr>
        <p:txBody>
          <a:bodyPr/>
          <a:lstStyle>
            <a:lvl1pPr>
              <a:defRPr sz="1500"/>
            </a:lvl1pPr>
          </a:lstStyle>
          <a:p>
            <a:endParaRPr lang="en-US"/>
          </a:p>
        </p:txBody>
      </p:sp>
      <p:sp>
        <p:nvSpPr>
          <p:cNvPr id="16" name="Picture Placeholder 2">
            <a:extLst>
              <a:ext uri="{FF2B5EF4-FFF2-40B4-BE49-F238E27FC236}">
                <a16:creationId xmlns:a16="http://schemas.microsoft.com/office/drawing/2014/main" id="{E1A60634-D380-05B9-A200-4BC09F63215A}"/>
              </a:ext>
            </a:extLst>
          </p:cNvPr>
          <p:cNvSpPr>
            <a:spLocks noGrp="1"/>
          </p:cNvSpPr>
          <p:nvPr>
            <p:ph type="pic" sz="quarter" idx="13"/>
          </p:nvPr>
        </p:nvSpPr>
        <p:spPr>
          <a:xfrm>
            <a:off x="7427914" y="1600200"/>
            <a:ext cx="1828801" cy="1828800"/>
          </a:xfrm>
          <a:solidFill>
            <a:schemeClr val="bg1">
              <a:lumMod val="95000"/>
            </a:schemeClr>
          </a:solidFill>
        </p:spPr>
        <p:txBody>
          <a:bodyPr/>
          <a:lstStyle>
            <a:lvl1pPr>
              <a:defRPr sz="1500"/>
            </a:lvl1pPr>
          </a:lstStyle>
          <a:p>
            <a:endParaRPr lang="en-US" dirty="0"/>
          </a:p>
        </p:txBody>
      </p:sp>
      <p:sp>
        <p:nvSpPr>
          <p:cNvPr id="17" name="Picture Placeholder 2">
            <a:extLst>
              <a:ext uri="{FF2B5EF4-FFF2-40B4-BE49-F238E27FC236}">
                <a16:creationId xmlns:a16="http://schemas.microsoft.com/office/drawing/2014/main" id="{FB27992A-9435-FF68-91D5-AB177C86FC73}"/>
              </a:ext>
            </a:extLst>
          </p:cNvPr>
          <p:cNvSpPr>
            <a:spLocks noGrp="1"/>
          </p:cNvSpPr>
          <p:nvPr>
            <p:ph type="pic" sz="quarter" idx="14"/>
          </p:nvPr>
        </p:nvSpPr>
        <p:spPr>
          <a:xfrm>
            <a:off x="9696452" y="1600200"/>
            <a:ext cx="1828801" cy="1828800"/>
          </a:xfrm>
          <a:solidFill>
            <a:schemeClr val="bg1">
              <a:lumMod val="95000"/>
            </a:schemeClr>
          </a:solidFill>
        </p:spPr>
        <p:txBody>
          <a:bodyPr/>
          <a:lstStyle>
            <a:lvl1pPr>
              <a:defRPr sz="1500"/>
            </a:lvl1pPr>
          </a:lstStyle>
          <a:p>
            <a:endParaRPr lang="en-US"/>
          </a:p>
        </p:txBody>
      </p:sp>
      <p:sp>
        <p:nvSpPr>
          <p:cNvPr id="23" name="Picture Placeholder 2">
            <a:extLst>
              <a:ext uri="{FF2B5EF4-FFF2-40B4-BE49-F238E27FC236}">
                <a16:creationId xmlns:a16="http://schemas.microsoft.com/office/drawing/2014/main" id="{F1E11ABA-2F6F-AD00-6622-96402AE8B6A8}"/>
              </a:ext>
            </a:extLst>
          </p:cNvPr>
          <p:cNvSpPr>
            <a:spLocks noGrp="1"/>
          </p:cNvSpPr>
          <p:nvPr>
            <p:ph type="pic" sz="quarter" idx="15"/>
          </p:nvPr>
        </p:nvSpPr>
        <p:spPr>
          <a:xfrm>
            <a:off x="622300" y="3752850"/>
            <a:ext cx="1828801" cy="1828800"/>
          </a:xfrm>
          <a:solidFill>
            <a:schemeClr val="bg1">
              <a:lumMod val="95000"/>
            </a:schemeClr>
          </a:solidFill>
        </p:spPr>
        <p:txBody>
          <a:bodyPr/>
          <a:lstStyle>
            <a:lvl1pPr>
              <a:defRPr sz="1500"/>
            </a:lvl1pPr>
          </a:lstStyle>
          <a:p>
            <a:endParaRPr lang="en-US"/>
          </a:p>
        </p:txBody>
      </p:sp>
      <p:sp>
        <p:nvSpPr>
          <p:cNvPr id="24" name="Picture Placeholder 2">
            <a:extLst>
              <a:ext uri="{FF2B5EF4-FFF2-40B4-BE49-F238E27FC236}">
                <a16:creationId xmlns:a16="http://schemas.microsoft.com/office/drawing/2014/main" id="{E9A3798F-F75E-B413-49AE-B6F4D96322FF}"/>
              </a:ext>
            </a:extLst>
          </p:cNvPr>
          <p:cNvSpPr>
            <a:spLocks noGrp="1"/>
          </p:cNvSpPr>
          <p:nvPr>
            <p:ph type="pic" sz="quarter" idx="16"/>
          </p:nvPr>
        </p:nvSpPr>
        <p:spPr>
          <a:xfrm>
            <a:off x="2890838" y="3752850"/>
            <a:ext cx="1828801" cy="1828800"/>
          </a:xfrm>
          <a:solidFill>
            <a:schemeClr val="bg1">
              <a:lumMod val="95000"/>
            </a:schemeClr>
          </a:solidFill>
        </p:spPr>
        <p:txBody>
          <a:bodyPr/>
          <a:lstStyle>
            <a:lvl1pPr>
              <a:defRPr sz="1500"/>
            </a:lvl1pPr>
          </a:lstStyle>
          <a:p>
            <a:endParaRPr lang="en-US"/>
          </a:p>
        </p:txBody>
      </p:sp>
      <p:sp>
        <p:nvSpPr>
          <p:cNvPr id="25" name="Picture Placeholder 2">
            <a:extLst>
              <a:ext uri="{FF2B5EF4-FFF2-40B4-BE49-F238E27FC236}">
                <a16:creationId xmlns:a16="http://schemas.microsoft.com/office/drawing/2014/main" id="{614A16FD-3307-D7FB-6483-52A5C31098D0}"/>
              </a:ext>
            </a:extLst>
          </p:cNvPr>
          <p:cNvSpPr>
            <a:spLocks noGrp="1"/>
          </p:cNvSpPr>
          <p:nvPr>
            <p:ph type="pic" sz="quarter" idx="17"/>
          </p:nvPr>
        </p:nvSpPr>
        <p:spPr>
          <a:xfrm>
            <a:off x="5159376" y="3752850"/>
            <a:ext cx="1828801" cy="1828800"/>
          </a:xfrm>
          <a:solidFill>
            <a:schemeClr val="bg1">
              <a:lumMod val="95000"/>
            </a:schemeClr>
          </a:solidFill>
        </p:spPr>
        <p:txBody>
          <a:bodyPr/>
          <a:lstStyle>
            <a:lvl1pPr>
              <a:defRPr sz="1500"/>
            </a:lvl1pPr>
          </a:lstStyle>
          <a:p>
            <a:endParaRPr lang="en-US"/>
          </a:p>
        </p:txBody>
      </p:sp>
      <p:sp>
        <p:nvSpPr>
          <p:cNvPr id="26" name="Picture Placeholder 2">
            <a:extLst>
              <a:ext uri="{FF2B5EF4-FFF2-40B4-BE49-F238E27FC236}">
                <a16:creationId xmlns:a16="http://schemas.microsoft.com/office/drawing/2014/main" id="{EEA5B065-0239-646D-0C09-0596844EF55C}"/>
              </a:ext>
            </a:extLst>
          </p:cNvPr>
          <p:cNvSpPr>
            <a:spLocks noGrp="1"/>
          </p:cNvSpPr>
          <p:nvPr>
            <p:ph type="pic" sz="quarter" idx="18"/>
          </p:nvPr>
        </p:nvSpPr>
        <p:spPr>
          <a:xfrm>
            <a:off x="7427914" y="3752850"/>
            <a:ext cx="1828801" cy="1828800"/>
          </a:xfrm>
          <a:solidFill>
            <a:schemeClr val="bg1">
              <a:lumMod val="95000"/>
            </a:schemeClr>
          </a:solidFill>
        </p:spPr>
        <p:txBody>
          <a:bodyPr/>
          <a:lstStyle>
            <a:lvl1pPr>
              <a:defRPr sz="1500"/>
            </a:lvl1pPr>
          </a:lstStyle>
          <a:p>
            <a:endParaRPr lang="en-US"/>
          </a:p>
        </p:txBody>
      </p:sp>
      <p:sp>
        <p:nvSpPr>
          <p:cNvPr id="27" name="Picture Placeholder 2">
            <a:extLst>
              <a:ext uri="{FF2B5EF4-FFF2-40B4-BE49-F238E27FC236}">
                <a16:creationId xmlns:a16="http://schemas.microsoft.com/office/drawing/2014/main" id="{9972B1E5-9F94-B5C2-796B-D18122CA922A}"/>
              </a:ext>
            </a:extLst>
          </p:cNvPr>
          <p:cNvSpPr>
            <a:spLocks noGrp="1"/>
          </p:cNvSpPr>
          <p:nvPr>
            <p:ph type="pic" sz="quarter" idx="19"/>
          </p:nvPr>
        </p:nvSpPr>
        <p:spPr>
          <a:xfrm>
            <a:off x="9696452" y="3752850"/>
            <a:ext cx="1828801" cy="1828800"/>
          </a:xfrm>
          <a:solidFill>
            <a:schemeClr val="bg1">
              <a:lumMod val="95000"/>
            </a:schemeClr>
          </a:solidFill>
        </p:spPr>
        <p:txBody>
          <a:bodyPr/>
          <a:lstStyle>
            <a:lvl1pPr>
              <a:defRPr sz="1500"/>
            </a:lvl1pPr>
          </a:lstStyle>
          <a:p>
            <a:endParaRPr lang="en-US"/>
          </a:p>
        </p:txBody>
      </p:sp>
      <p:pic>
        <p:nvPicPr>
          <p:cNvPr id="2" name="Picture 10" descr="APU Logo Final-medium.jpg">
            <a:extLst>
              <a:ext uri="{FF2B5EF4-FFF2-40B4-BE49-F238E27FC236}">
                <a16:creationId xmlns:a16="http://schemas.microsoft.com/office/drawing/2014/main" id="{60D7C342-4D59-30CD-6ECC-0731D5E44748}"/>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6">
            <a:extLst>
              <a:ext uri="{FF2B5EF4-FFF2-40B4-BE49-F238E27FC236}">
                <a16:creationId xmlns:a16="http://schemas.microsoft.com/office/drawing/2014/main" id="{C6F56718-5153-BA4C-1652-9EFB47DA6CB5}"/>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tx2"/>
                </a:solidFill>
              </a:defRPr>
            </a:lvl1pPr>
          </a:lstStyle>
          <a:p>
            <a:pPr lvl="0"/>
            <a:r>
              <a:rPr lang="en-GB" altLang="en-US" dirty="0"/>
              <a:t>Click to edit Master title style</a:t>
            </a:r>
          </a:p>
        </p:txBody>
      </p:sp>
    </p:spTree>
    <p:extLst>
      <p:ext uri="{BB962C8B-B14F-4D97-AF65-F5344CB8AC3E}">
        <p14:creationId xmlns:p14="http://schemas.microsoft.com/office/powerpoint/2010/main" val="106757782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Picture with Caption">
    <p:bg>
      <p:bgPr>
        <a:solidFill>
          <a:srgbClr val="001B4D"/>
        </a:solidFill>
        <a:effectLst/>
      </p:bgPr>
    </p:bg>
    <p:spTree>
      <p:nvGrpSpPr>
        <p:cNvPr id="1" name=""/>
        <p:cNvGrpSpPr/>
        <p:nvPr/>
      </p:nvGrpSpPr>
      <p:grpSpPr>
        <a:xfrm>
          <a:off x="0" y="0"/>
          <a:ext cx="0" cy="0"/>
          <a:chOff x="0" y="0"/>
          <a:chExt cx="0" cy="0"/>
        </a:xfrm>
      </p:grpSpPr>
      <p:sp>
        <p:nvSpPr>
          <p:cNvPr id="13" name="Picture Placeholder 2">
            <a:extLst>
              <a:ext uri="{FF2B5EF4-FFF2-40B4-BE49-F238E27FC236}">
                <a16:creationId xmlns:a16="http://schemas.microsoft.com/office/drawing/2014/main" id="{90AFE7E0-13D0-FC56-5802-BC4E161A01B7}"/>
              </a:ext>
            </a:extLst>
          </p:cNvPr>
          <p:cNvSpPr>
            <a:spLocks noGrp="1"/>
          </p:cNvSpPr>
          <p:nvPr>
            <p:ph type="pic" sz="quarter" idx="10"/>
          </p:nvPr>
        </p:nvSpPr>
        <p:spPr>
          <a:xfrm>
            <a:off x="622300" y="1600200"/>
            <a:ext cx="1828801" cy="1828800"/>
          </a:xfrm>
          <a:solidFill>
            <a:schemeClr val="bg1">
              <a:lumMod val="95000"/>
            </a:schemeClr>
          </a:solidFill>
        </p:spPr>
        <p:txBody>
          <a:bodyPr/>
          <a:lstStyle>
            <a:lvl1pPr>
              <a:defRPr sz="1500"/>
            </a:lvl1pPr>
          </a:lstStyle>
          <a:p>
            <a:endParaRPr lang="en-US"/>
          </a:p>
        </p:txBody>
      </p:sp>
      <p:sp>
        <p:nvSpPr>
          <p:cNvPr id="14" name="Picture Placeholder 2">
            <a:extLst>
              <a:ext uri="{FF2B5EF4-FFF2-40B4-BE49-F238E27FC236}">
                <a16:creationId xmlns:a16="http://schemas.microsoft.com/office/drawing/2014/main" id="{85E21580-F245-B670-F787-BF63FAB4B46D}"/>
              </a:ext>
            </a:extLst>
          </p:cNvPr>
          <p:cNvSpPr>
            <a:spLocks noGrp="1"/>
          </p:cNvSpPr>
          <p:nvPr>
            <p:ph type="pic" sz="quarter" idx="11"/>
          </p:nvPr>
        </p:nvSpPr>
        <p:spPr>
          <a:xfrm>
            <a:off x="2890838" y="1600200"/>
            <a:ext cx="1828801" cy="1828800"/>
          </a:xfrm>
          <a:solidFill>
            <a:schemeClr val="bg1">
              <a:lumMod val="95000"/>
            </a:schemeClr>
          </a:solidFill>
        </p:spPr>
        <p:txBody>
          <a:bodyPr/>
          <a:lstStyle>
            <a:lvl1pPr>
              <a:defRPr sz="1500"/>
            </a:lvl1pPr>
          </a:lstStyle>
          <a:p>
            <a:endParaRPr lang="en-US"/>
          </a:p>
        </p:txBody>
      </p:sp>
      <p:sp>
        <p:nvSpPr>
          <p:cNvPr id="15" name="Picture Placeholder 2">
            <a:extLst>
              <a:ext uri="{FF2B5EF4-FFF2-40B4-BE49-F238E27FC236}">
                <a16:creationId xmlns:a16="http://schemas.microsoft.com/office/drawing/2014/main" id="{7B93E3A1-F86B-5848-E0D8-9B910D2CF8DA}"/>
              </a:ext>
            </a:extLst>
          </p:cNvPr>
          <p:cNvSpPr>
            <a:spLocks noGrp="1"/>
          </p:cNvSpPr>
          <p:nvPr>
            <p:ph type="pic" sz="quarter" idx="12"/>
          </p:nvPr>
        </p:nvSpPr>
        <p:spPr>
          <a:xfrm>
            <a:off x="5159376" y="1600200"/>
            <a:ext cx="1828801" cy="1828800"/>
          </a:xfrm>
          <a:solidFill>
            <a:schemeClr val="bg1">
              <a:lumMod val="95000"/>
            </a:schemeClr>
          </a:solidFill>
        </p:spPr>
        <p:txBody>
          <a:bodyPr/>
          <a:lstStyle>
            <a:lvl1pPr>
              <a:defRPr sz="1500"/>
            </a:lvl1pPr>
          </a:lstStyle>
          <a:p>
            <a:endParaRPr lang="en-US"/>
          </a:p>
        </p:txBody>
      </p:sp>
      <p:sp>
        <p:nvSpPr>
          <p:cNvPr id="16" name="Picture Placeholder 2">
            <a:extLst>
              <a:ext uri="{FF2B5EF4-FFF2-40B4-BE49-F238E27FC236}">
                <a16:creationId xmlns:a16="http://schemas.microsoft.com/office/drawing/2014/main" id="{E1A60634-D380-05B9-A200-4BC09F63215A}"/>
              </a:ext>
            </a:extLst>
          </p:cNvPr>
          <p:cNvSpPr>
            <a:spLocks noGrp="1"/>
          </p:cNvSpPr>
          <p:nvPr>
            <p:ph type="pic" sz="quarter" idx="13"/>
          </p:nvPr>
        </p:nvSpPr>
        <p:spPr>
          <a:xfrm>
            <a:off x="7427914" y="1600200"/>
            <a:ext cx="1828801" cy="1828800"/>
          </a:xfrm>
          <a:solidFill>
            <a:schemeClr val="bg1">
              <a:lumMod val="95000"/>
            </a:schemeClr>
          </a:solidFill>
        </p:spPr>
        <p:txBody>
          <a:bodyPr/>
          <a:lstStyle>
            <a:lvl1pPr>
              <a:defRPr sz="1500"/>
            </a:lvl1pPr>
          </a:lstStyle>
          <a:p>
            <a:endParaRPr lang="en-US" dirty="0"/>
          </a:p>
        </p:txBody>
      </p:sp>
      <p:sp>
        <p:nvSpPr>
          <p:cNvPr id="17" name="Picture Placeholder 2">
            <a:extLst>
              <a:ext uri="{FF2B5EF4-FFF2-40B4-BE49-F238E27FC236}">
                <a16:creationId xmlns:a16="http://schemas.microsoft.com/office/drawing/2014/main" id="{FB27992A-9435-FF68-91D5-AB177C86FC73}"/>
              </a:ext>
            </a:extLst>
          </p:cNvPr>
          <p:cNvSpPr>
            <a:spLocks noGrp="1"/>
          </p:cNvSpPr>
          <p:nvPr>
            <p:ph type="pic" sz="quarter" idx="14"/>
          </p:nvPr>
        </p:nvSpPr>
        <p:spPr>
          <a:xfrm>
            <a:off x="9696452" y="1600200"/>
            <a:ext cx="1828801" cy="1828800"/>
          </a:xfrm>
          <a:solidFill>
            <a:schemeClr val="bg1">
              <a:lumMod val="95000"/>
            </a:schemeClr>
          </a:solidFill>
        </p:spPr>
        <p:txBody>
          <a:bodyPr/>
          <a:lstStyle>
            <a:lvl1pPr>
              <a:defRPr sz="1500"/>
            </a:lvl1pPr>
          </a:lstStyle>
          <a:p>
            <a:endParaRPr lang="en-US"/>
          </a:p>
        </p:txBody>
      </p:sp>
      <p:sp>
        <p:nvSpPr>
          <p:cNvPr id="23" name="Picture Placeholder 2">
            <a:extLst>
              <a:ext uri="{FF2B5EF4-FFF2-40B4-BE49-F238E27FC236}">
                <a16:creationId xmlns:a16="http://schemas.microsoft.com/office/drawing/2014/main" id="{F1E11ABA-2F6F-AD00-6622-96402AE8B6A8}"/>
              </a:ext>
            </a:extLst>
          </p:cNvPr>
          <p:cNvSpPr>
            <a:spLocks noGrp="1"/>
          </p:cNvSpPr>
          <p:nvPr>
            <p:ph type="pic" sz="quarter" idx="15"/>
          </p:nvPr>
        </p:nvSpPr>
        <p:spPr>
          <a:xfrm>
            <a:off x="622300" y="3752850"/>
            <a:ext cx="1828801" cy="1828800"/>
          </a:xfrm>
          <a:solidFill>
            <a:schemeClr val="bg1">
              <a:lumMod val="95000"/>
            </a:schemeClr>
          </a:solidFill>
        </p:spPr>
        <p:txBody>
          <a:bodyPr/>
          <a:lstStyle>
            <a:lvl1pPr>
              <a:defRPr sz="1500"/>
            </a:lvl1pPr>
          </a:lstStyle>
          <a:p>
            <a:endParaRPr lang="en-US"/>
          </a:p>
        </p:txBody>
      </p:sp>
      <p:sp>
        <p:nvSpPr>
          <p:cNvPr id="24" name="Picture Placeholder 2">
            <a:extLst>
              <a:ext uri="{FF2B5EF4-FFF2-40B4-BE49-F238E27FC236}">
                <a16:creationId xmlns:a16="http://schemas.microsoft.com/office/drawing/2014/main" id="{E9A3798F-F75E-B413-49AE-B6F4D96322FF}"/>
              </a:ext>
            </a:extLst>
          </p:cNvPr>
          <p:cNvSpPr>
            <a:spLocks noGrp="1"/>
          </p:cNvSpPr>
          <p:nvPr>
            <p:ph type="pic" sz="quarter" idx="16"/>
          </p:nvPr>
        </p:nvSpPr>
        <p:spPr>
          <a:xfrm>
            <a:off x="2890838" y="3752850"/>
            <a:ext cx="1828801" cy="1828800"/>
          </a:xfrm>
          <a:solidFill>
            <a:schemeClr val="bg1">
              <a:lumMod val="95000"/>
            </a:schemeClr>
          </a:solidFill>
        </p:spPr>
        <p:txBody>
          <a:bodyPr/>
          <a:lstStyle>
            <a:lvl1pPr>
              <a:defRPr sz="1500"/>
            </a:lvl1pPr>
          </a:lstStyle>
          <a:p>
            <a:endParaRPr lang="en-US"/>
          </a:p>
        </p:txBody>
      </p:sp>
      <p:sp>
        <p:nvSpPr>
          <p:cNvPr id="25" name="Picture Placeholder 2">
            <a:extLst>
              <a:ext uri="{FF2B5EF4-FFF2-40B4-BE49-F238E27FC236}">
                <a16:creationId xmlns:a16="http://schemas.microsoft.com/office/drawing/2014/main" id="{614A16FD-3307-D7FB-6483-52A5C31098D0}"/>
              </a:ext>
            </a:extLst>
          </p:cNvPr>
          <p:cNvSpPr>
            <a:spLocks noGrp="1"/>
          </p:cNvSpPr>
          <p:nvPr>
            <p:ph type="pic" sz="quarter" idx="17"/>
          </p:nvPr>
        </p:nvSpPr>
        <p:spPr>
          <a:xfrm>
            <a:off x="5159376" y="3752850"/>
            <a:ext cx="1828801" cy="1828800"/>
          </a:xfrm>
          <a:solidFill>
            <a:schemeClr val="bg1">
              <a:lumMod val="95000"/>
            </a:schemeClr>
          </a:solidFill>
        </p:spPr>
        <p:txBody>
          <a:bodyPr/>
          <a:lstStyle>
            <a:lvl1pPr>
              <a:defRPr sz="1500"/>
            </a:lvl1pPr>
          </a:lstStyle>
          <a:p>
            <a:endParaRPr lang="en-US"/>
          </a:p>
        </p:txBody>
      </p:sp>
      <p:sp>
        <p:nvSpPr>
          <p:cNvPr id="26" name="Picture Placeholder 2">
            <a:extLst>
              <a:ext uri="{FF2B5EF4-FFF2-40B4-BE49-F238E27FC236}">
                <a16:creationId xmlns:a16="http://schemas.microsoft.com/office/drawing/2014/main" id="{EEA5B065-0239-646D-0C09-0596844EF55C}"/>
              </a:ext>
            </a:extLst>
          </p:cNvPr>
          <p:cNvSpPr>
            <a:spLocks noGrp="1"/>
          </p:cNvSpPr>
          <p:nvPr>
            <p:ph type="pic" sz="quarter" idx="18"/>
          </p:nvPr>
        </p:nvSpPr>
        <p:spPr>
          <a:xfrm>
            <a:off x="7427914" y="3752850"/>
            <a:ext cx="1828801" cy="1828800"/>
          </a:xfrm>
          <a:solidFill>
            <a:schemeClr val="bg1">
              <a:lumMod val="95000"/>
            </a:schemeClr>
          </a:solidFill>
        </p:spPr>
        <p:txBody>
          <a:bodyPr/>
          <a:lstStyle>
            <a:lvl1pPr>
              <a:defRPr sz="1500"/>
            </a:lvl1pPr>
          </a:lstStyle>
          <a:p>
            <a:endParaRPr lang="en-US"/>
          </a:p>
        </p:txBody>
      </p:sp>
      <p:sp>
        <p:nvSpPr>
          <p:cNvPr id="27" name="Picture Placeholder 2">
            <a:extLst>
              <a:ext uri="{FF2B5EF4-FFF2-40B4-BE49-F238E27FC236}">
                <a16:creationId xmlns:a16="http://schemas.microsoft.com/office/drawing/2014/main" id="{9972B1E5-9F94-B5C2-796B-D18122CA922A}"/>
              </a:ext>
            </a:extLst>
          </p:cNvPr>
          <p:cNvSpPr>
            <a:spLocks noGrp="1"/>
          </p:cNvSpPr>
          <p:nvPr>
            <p:ph type="pic" sz="quarter" idx="19"/>
          </p:nvPr>
        </p:nvSpPr>
        <p:spPr>
          <a:xfrm>
            <a:off x="9696452" y="3752850"/>
            <a:ext cx="1828801" cy="1828800"/>
          </a:xfrm>
          <a:solidFill>
            <a:schemeClr val="bg1">
              <a:lumMod val="95000"/>
            </a:schemeClr>
          </a:solidFill>
        </p:spPr>
        <p:txBody>
          <a:bodyPr/>
          <a:lstStyle>
            <a:lvl1pPr>
              <a:defRPr sz="1500"/>
            </a:lvl1pPr>
          </a:lstStyle>
          <a:p>
            <a:endParaRPr lang="en-US"/>
          </a:p>
        </p:txBody>
      </p:sp>
      <p:pic>
        <p:nvPicPr>
          <p:cNvPr id="2" name="Picture 1" descr="Logo, company name&#10;&#10;Description automatically generated">
            <a:extLst>
              <a:ext uri="{FF2B5EF4-FFF2-40B4-BE49-F238E27FC236}">
                <a16:creationId xmlns:a16="http://schemas.microsoft.com/office/drawing/2014/main" id="{6E97445D-AA3E-4FF1-5C3D-A2CF07C45D6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17943" y="27044"/>
            <a:ext cx="1045812" cy="981307"/>
          </a:xfrm>
          <a:prstGeom prst="rect">
            <a:avLst/>
          </a:prstGeom>
        </p:spPr>
      </p:pic>
      <p:sp>
        <p:nvSpPr>
          <p:cNvPr id="3" name="Rectangle 6">
            <a:extLst>
              <a:ext uri="{FF2B5EF4-FFF2-40B4-BE49-F238E27FC236}">
                <a16:creationId xmlns:a16="http://schemas.microsoft.com/office/drawing/2014/main" id="{D4643407-354C-EF13-0031-A2AB96E23A43}"/>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spTree>
    <p:extLst>
      <p:ext uri="{BB962C8B-B14F-4D97-AF65-F5344CB8AC3E}">
        <p14:creationId xmlns:p14="http://schemas.microsoft.com/office/powerpoint/2010/main" val="380099642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Picture with Caption">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254000" y="1206631"/>
            <a:ext cx="5842000" cy="5016369"/>
          </a:xfrm>
          <a:solidFill>
            <a:schemeClr val="bg1">
              <a:lumMod val="95000"/>
            </a:schemeClr>
          </a:solidFill>
        </p:spPr>
        <p:txBody>
          <a:bodyPr/>
          <a:lstStyle>
            <a:lvl1pPr>
              <a:defRPr>
                <a:solidFill>
                  <a:schemeClr val="tx2"/>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5" name="Picture 10" descr="APU Logo Final-medium.jpg">
            <a:extLst>
              <a:ext uri="{FF2B5EF4-FFF2-40B4-BE49-F238E27FC236}">
                <a16:creationId xmlns:a16="http://schemas.microsoft.com/office/drawing/2014/main" id="{1CD8D465-41A1-E0A8-A8B4-C64FB4642DA6}"/>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Picture Placeholder 13">
            <a:extLst>
              <a:ext uri="{FF2B5EF4-FFF2-40B4-BE49-F238E27FC236}">
                <a16:creationId xmlns:a16="http://schemas.microsoft.com/office/drawing/2014/main" id="{8F4BC8B8-56DE-CC45-EB9C-7BE8295CB9FF}"/>
              </a:ext>
            </a:extLst>
          </p:cNvPr>
          <p:cNvSpPr>
            <a:spLocks noGrp="1"/>
          </p:cNvSpPr>
          <p:nvPr>
            <p:ph type="pic" sz="quarter" idx="13"/>
          </p:nvPr>
        </p:nvSpPr>
        <p:spPr>
          <a:xfrm>
            <a:off x="6408564" y="1"/>
            <a:ext cx="5783436" cy="6223000"/>
          </a:xfrm>
          <a:prstGeom prst="rect">
            <a:avLst/>
          </a:prstGeom>
          <a:solidFill>
            <a:schemeClr val="bg1">
              <a:lumMod val="95000"/>
            </a:schemeClr>
          </a:solidFill>
          <a:effectLst/>
        </p:spPr>
        <p:txBody>
          <a:bodyPr>
            <a:normAutofit/>
          </a:bodyPr>
          <a:lstStyle>
            <a:lvl1pPr marL="0" indent="0">
              <a:buNone/>
              <a:defRPr sz="2000">
                <a:ln>
                  <a:noFill/>
                </a:ln>
                <a:solidFill>
                  <a:schemeClr val="bg1">
                    <a:lumMod val="85000"/>
                  </a:schemeClr>
                </a:solidFill>
                <a:latin typeface="+mj-lt"/>
                <a:ea typeface="Lato Light" charset="0"/>
                <a:cs typeface="Lato Light" charset="0"/>
              </a:defRPr>
            </a:lvl1pPr>
          </a:lstStyle>
          <a:p>
            <a:endParaRPr lang="en-US" dirty="0"/>
          </a:p>
        </p:txBody>
      </p:sp>
    </p:spTree>
    <p:extLst>
      <p:ext uri="{BB962C8B-B14F-4D97-AF65-F5344CB8AC3E}">
        <p14:creationId xmlns:p14="http://schemas.microsoft.com/office/powerpoint/2010/main" val="65314510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3_Picture with Caption">
    <p:bg>
      <p:bgPr>
        <a:solidFill>
          <a:srgbClr val="001B4D"/>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254000" y="1206631"/>
            <a:ext cx="5842000" cy="5016369"/>
          </a:xfrm>
          <a:solidFill>
            <a:schemeClr val="tx1">
              <a:lumMod val="95000"/>
            </a:schemeClr>
          </a:solidFill>
        </p:spPr>
        <p:txBody>
          <a:bodyPr/>
          <a:lstStyle>
            <a:lvl1pPr>
              <a:defRPr>
                <a:solidFill>
                  <a:schemeClr val="accent5"/>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 name="Picture Placeholder 13">
            <a:extLst>
              <a:ext uri="{FF2B5EF4-FFF2-40B4-BE49-F238E27FC236}">
                <a16:creationId xmlns:a16="http://schemas.microsoft.com/office/drawing/2014/main" id="{8F4BC8B8-56DE-CC45-EB9C-7BE8295CB9FF}"/>
              </a:ext>
            </a:extLst>
          </p:cNvPr>
          <p:cNvSpPr>
            <a:spLocks noGrp="1"/>
          </p:cNvSpPr>
          <p:nvPr>
            <p:ph type="pic" sz="quarter" idx="13"/>
          </p:nvPr>
        </p:nvSpPr>
        <p:spPr>
          <a:xfrm>
            <a:off x="6408564" y="1"/>
            <a:ext cx="5783436" cy="6223000"/>
          </a:xfrm>
          <a:prstGeom prst="rect">
            <a:avLst/>
          </a:prstGeom>
          <a:solidFill>
            <a:schemeClr val="tx1">
              <a:lumMod val="95000"/>
            </a:schemeClr>
          </a:solidFill>
          <a:effectLst/>
        </p:spPr>
        <p:txBody>
          <a:bodyPr>
            <a:normAutofit/>
          </a:bodyPr>
          <a:lstStyle>
            <a:lvl1pPr marL="0" indent="0">
              <a:buNone/>
              <a:defRPr sz="2000">
                <a:ln>
                  <a:noFill/>
                </a:ln>
                <a:solidFill>
                  <a:schemeClr val="bg1">
                    <a:lumMod val="85000"/>
                  </a:schemeClr>
                </a:solidFill>
                <a:latin typeface="+mj-lt"/>
                <a:ea typeface="Lato Light" charset="0"/>
                <a:cs typeface="Lato Light" charset="0"/>
              </a:defRPr>
            </a:lvl1pPr>
          </a:lstStyle>
          <a:p>
            <a:endParaRPr lang="en-US" dirty="0"/>
          </a:p>
        </p:txBody>
      </p:sp>
      <p:pic>
        <p:nvPicPr>
          <p:cNvPr id="3" name="Picture 2" descr="Logo, company name&#10;&#10;Description automatically generated">
            <a:extLst>
              <a:ext uri="{FF2B5EF4-FFF2-40B4-BE49-F238E27FC236}">
                <a16:creationId xmlns:a16="http://schemas.microsoft.com/office/drawing/2014/main" id="{894E1089-2642-1F16-6D34-0AA470DAB44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411" y="27044"/>
            <a:ext cx="977178" cy="981307"/>
          </a:xfrm>
          <a:prstGeom prst="rect">
            <a:avLst/>
          </a:prstGeom>
        </p:spPr>
      </p:pic>
    </p:spTree>
    <p:extLst>
      <p:ext uri="{BB962C8B-B14F-4D97-AF65-F5344CB8AC3E}">
        <p14:creationId xmlns:p14="http://schemas.microsoft.com/office/powerpoint/2010/main" val="3054814904"/>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pic>
        <p:nvPicPr>
          <p:cNvPr id="4" name="Picture 10" descr="APU Logo Final-medium.jpg">
            <a:extLst>
              <a:ext uri="{FF2B5EF4-FFF2-40B4-BE49-F238E27FC236}">
                <a16:creationId xmlns:a16="http://schemas.microsoft.com/office/drawing/2014/main" id="{C97ADB29-0190-8E6A-A68B-AEBB217C0E84}"/>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Picture Placeholder 13">
            <a:extLst>
              <a:ext uri="{FF2B5EF4-FFF2-40B4-BE49-F238E27FC236}">
                <a16:creationId xmlns:a16="http://schemas.microsoft.com/office/drawing/2014/main" id="{EAE3BF1D-7538-D216-ADA6-8A61272CEC05}"/>
              </a:ext>
            </a:extLst>
          </p:cNvPr>
          <p:cNvSpPr>
            <a:spLocks noGrp="1"/>
          </p:cNvSpPr>
          <p:nvPr>
            <p:ph type="pic" sz="quarter" idx="22"/>
          </p:nvPr>
        </p:nvSpPr>
        <p:spPr>
          <a:xfrm>
            <a:off x="100485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6" name="Picture Placeholder 13">
            <a:extLst>
              <a:ext uri="{FF2B5EF4-FFF2-40B4-BE49-F238E27FC236}">
                <a16:creationId xmlns:a16="http://schemas.microsoft.com/office/drawing/2014/main" id="{793A658E-0EDC-3F4C-BFB3-E8CA966F34DD}"/>
              </a:ext>
            </a:extLst>
          </p:cNvPr>
          <p:cNvSpPr>
            <a:spLocks noGrp="1"/>
          </p:cNvSpPr>
          <p:nvPr>
            <p:ph type="pic" sz="quarter" idx="23"/>
          </p:nvPr>
        </p:nvSpPr>
        <p:spPr>
          <a:xfrm>
            <a:off x="76609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7" name="Picture Placeholder 13">
            <a:extLst>
              <a:ext uri="{FF2B5EF4-FFF2-40B4-BE49-F238E27FC236}">
                <a16:creationId xmlns:a16="http://schemas.microsoft.com/office/drawing/2014/main" id="{A1C42F19-22A5-A6AA-F9A6-B990F2E4BD44}"/>
              </a:ext>
            </a:extLst>
          </p:cNvPr>
          <p:cNvSpPr>
            <a:spLocks noGrp="1"/>
          </p:cNvSpPr>
          <p:nvPr>
            <p:ph type="pic" sz="quarter" idx="24"/>
          </p:nvPr>
        </p:nvSpPr>
        <p:spPr>
          <a:xfrm>
            <a:off x="52733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8" name="Content Placeholder 2">
            <a:extLst>
              <a:ext uri="{FF2B5EF4-FFF2-40B4-BE49-F238E27FC236}">
                <a16:creationId xmlns:a16="http://schemas.microsoft.com/office/drawing/2014/main" id="{63F88012-5D39-66F9-BCBC-E3DED48089D2}"/>
              </a:ext>
            </a:extLst>
          </p:cNvPr>
          <p:cNvSpPr>
            <a:spLocks noGrp="1"/>
          </p:cNvSpPr>
          <p:nvPr>
            <p:ph idx="1"/>
          </p:nvPr>
        </p:nvSpPr>
        <p:spPr>
          <a:xfrm>
            <a:off x="254001" y="1697038"/>
            <a:ext cx="4775200" cy="4525962"/>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5071734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and Vertical Text">
    <p:bg>
      <p:bgPr>
        <a:solidFill>
          <a:srgbClr val="001B4D"/>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5"/>
                </a:solidFill>
              </a:defRPr>
            </a:lvl1pPr>
          </a:lstStyle>
          <a:p>
            <a:r>
              <a:rPr lang="en-US"/>
              <a:t>Click to edit Master title style</a:t>
            </a:r>
            <a:endParaRPr lang="en-GB"/>
          </a:p>
        </p:txBody>
      </p:sp>
      <p:sp>
        <p:nvSpPr>
          <p:cNvPr id="4" name="Picture Placeholder 13">
            <a:extLst>
              <a:ext uri="{FF2B5EF4-FFF2-40B4-BE49-F238E27FC236}">
                <a16:creationId xmlns:a16="http://schemas.microsoft.com/office/drawing/2014/main" id="{61A374B0-731A-1D13-1D15-DEB568D14EEC}"/>
              </a:ext>
            </a:extLst>
          </p:cNvPr>
          <p:cNvSpPr>
            <a:spLocks noGrp="1"/>
          </p:cNvSpPr>
          <p:nvPr>
            <p:ph type="pic" sz="quarter" idx="22"/>
          </p:nvPr>
        </p:nvSpPr>
        <p:spPr>
          <a:xfrm>
            <a:off x="100485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5" name="Picture Placeholder 13">
            <a:extLst>
              <a:ext uri="{FF2B5EF4-FFF2-40B4-BE49-F238E27FC236}">
                <a16:creationId xmlns:a16="http://schemas.microsoft.com/office/drawing/2014/main" id="{6DD384CD-5B1D-00AA-C88E-51863CE859A3}"/>
              </a:ext>
            </a:extLst>
          </p:cNvPr>
          <p:cNvSpPr>
            <a:spLocks noGrp="1"/>
          </p:cNvSpPr>
          <p:nvPr>
            <p:ph type="pic" sz="quarter" idx="23"/>
          </p:nvPr>
        </p:nvSpPr>
        <p:spPr>
          <a:xfrm>
            <a:off x="76609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6" name="Picture Placeholder 13">
            <a:extLst>
              <a:ext uri="{FF2B5EF4-FFF2-40B4-BE49-F238E27FC236}">
                <a16:creationId xmlns:a16="http://schemas.microsoft.com/office/drawing/2014/main" id="{C0E62B52-2676-DD95-FD76-B834BA0270EA}"/>
              </a:ext>
            </a:extLst>
          </p:cNvPr>
          <p:cNvSpPr>
            <a:spLocks noGrp="1"/>
          </p:cNvSpPr>
          <p:nvPr>
            <p:ph type="pic" sz="quarter" idx="24"/>
          </p:nvPr>
        </p:nvSpPr>
        <p:spPr>
          <a:xfrm>
            <a:off x="52733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7" name="Content Placeholder 2">
            <a:extLst>
              <a:ext uri="{FF2B5EF4-FFF2-40B4-BE49-F238E27FC236}">
                <a16:creationId xmlns:a16="http://schemas.microsoft.com/office/drawing/2014/main" id="{9374EF56-AF27-D8AD-DACE-E5CE66A7D32A}"/>
              </a:ext>
            </a:extLst>
          </p:cNvPr>
          <p:cNvSpPr>
            <a:spLocks noGrp="1"/>
          </p:cNvSpPr>
          <p:nvPr>
            <p:ph idx="1"/>
          </p:nvPr>
        </p:nvSpPr>
        <p:spPr>
          <a:xfrm>
            <a:off x="254001" y="1697038"/>
            <a:ext cx="4775200" cy="45259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9" name="Picture 8" descr="Logo, company name&#10;&#10;Description automatically generated">
            <a:extLst>
              <a:ext uri="{FF2B5EF4-FFF2-40B4-BE49-F238E27FC236}">
                <a16:creationId xmlns:a16="http://schemas.microsoft.com/office/drawing/2014/main" id="{890E9656-A63D-02CF-0218-527AB2D41C9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17943" y="27044"/>
            <a:ext cx="1045812" cy="981307"/>
          </a:xfrm>
          <a:prstGeom prst="rect">
            <a:avLst/>
          </a:prstGeom>
        </p:spPr>
      </p:pic>
    </p:spTree>
    <p:extLst>
      <p:ext uri="{BB962C8B-B14F-4D97-AF65-F5344CB8AC3E}">
        <p14:creationId xmlns:p14="http://schemas.microsoft.com/office/powerpoint/2010/main" val="21748052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2_Picture with Caption">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254000" y="1206631"/>
            <a:ext cx="5277005" cy="5016369"/>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5" name="Picture 10" descr="APU Logo Final-medium.jpg">
            <a:extLst>
              <a:ext uri="{FF2B5EF4-FFF2-40B4-BE49-F238E27FC236}">
                <a16:creationId xmlns:a16="http://schemas.microsoft.com/office/drawing/2014/main" id="{1CD8D465-41A1-E0A8-A8B4-C64FB4642DA6}"/>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0148288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8_Picture with Caption">
    <p:bg>
      <p:bgPr>
        <a:solidFill>
          <a:srgbClr val="001B4D"/>
        </a:solidFill>
        <a:effectLst/>
      </p:bgPr>
    </p:bg>
    <p:spTree>
      <p:nvGrpSpPr>
        <p:cNvPr id="1" name=""/>
        <p:cNvGrpSpPr/>
        <p:nvPr/>
      </p:nvGrpSpPr>
      <p:grpSpPr>
        <a:xfrm>
          <a:off x="0" y="0"/>
          <a:ext cx="0" cy="0"/>
          <a:chOff x="0" y="0"/>
          <a:chExt cx="0" cy="0"/>
        </a:xfrm>
      </p:grpSpPr>
      <p:pic>
        <p:nvPicPr>
          <p:cNvPr id="2" name="Picture 1" descr="Logo, company name&#10;&#10;Description automatically generated">
            <a:extLst>
              <a:ext uri="{FF2B5EF4-FFF2-40B4-BE49-F238E27FC236}">
                <a16:creationId xmlns:a16="http://schemas.microsoft.com/office/drawing/2014/main" id="{6F99F1D5-796D-B18C-4706-ECD5827DB66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411" y="27044"/>
            <a:ext cx="977178" cy="981307"/>
          </a:xfrm>
          <a:prstGeom prst="rect">
            <a:avLst/>
          </a:prstGeom>
        </p:spPr>
      </p:pic>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254000" y="1206631"/>
            <a:ext cx="5277005" cy="501636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59511888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_Picture with Caption">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1E2CC42D-17CB-E638-B81A-110B1B3F2E94}"/>
              </a:ext>
            </a:extLst>
          </p:cNvPr>
          <p:cNvSpPr>
            <a:spLocks noGrp="1"/>
          </p:cNvSpPr>
          <p:nvPr>
            <p:ph idx="1"/>
          </p:nvPr>
        </p:nvSpPr>
        <p:spPr>
          <a:xfrm>
            <a:off x="254000" y="1697038"/>
            <a:ext cx="5277005" cy="4525962"/>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Rectangle 6">
            <a:extLst>
              <a:ext uri="{FF2B5EF4-FFF2-40B4-BE49-F238E27FC236}">
                <a16:creationId xmlns:a16="http://schemas.microsoft.com/office/drawing/2014/main" id="{6B45A787-9C75-0736-994E-7B094F400367}"/>
              </a:ext>
            </a:extLst>
          </p:cNvPr>
          <p:cNvSpPr>
            <a:spLocks noGrp="1" noChangeArrowheads="1"/>
          </p:cNvSpPr>
          <p:nvPr>
            <p:ph type="title"/>
          </p:nvPr>
        </p:nvSpPr>
        <p:spPr bwMode="auto">
          <a:xfrm>
            <a:off x="295352" y="274638"/>
            <a:ext cx="708675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tx2"/>
                </a:solidFill>
              </a:defRPr>
            </a:lvl1pPr>
          </a:lstStyle>
          <a:p>
            <a:pPr lvl="0"/>
            <a:r>
              <a:rPr lang="en-GB" altLang="en-US" dirty="0"/>
              <a:t>Click to edit Master title style</a:t>
            </a:r>
          </a:p>
        </p:txBody>
      </p:sp>
      <p:pic>
        <p:nvPicPr>
          <p:cNvPr id="2" name="Picture 10" descr="APU Logo Final-medium.jpg">
            <a:extLst>
              <a:ext uri="{FF2B5EF4-FFF2-40B4-BE49-F238E27FC236}">
                <a16:creationId xmlns:a16="http://schemas.microsoft.com/office/drawing/2014/main" id="{E3F9F65D-AB78-8571-A238-B3743684A64B}"/>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8416936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9_Picture with Caption">
    <p:bg>
      <p:bgPr>
        <a:solidFill>
          <a:srgbClr val="001B4D"/>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1E2CC42D-17CB-E638-B81A-110B1B3F2E94}"/>
              </a:ext>
            </a:extLst>
          </p:cNvPr>
          <p:cNvSpPr>
            <a:spLocks noGrp="1"/>
          </p:cNvSpPr>
          <p:nvPr>
            <p:ph idx="1"/>
          </p:nvPr>
        </p:nvSpPr>
        <p:spPr>
          <a:xfrm>
            <a:off x="254000" y="1697038"/>
            <a:ext cx="5277005" cy="45259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Rectangle 6">
            <a:extLst>
              <a:ext uri="{FF2B5EF4-FFF2-40B4-BE49-F238E27FC236}">
                <a16:creationId xmlns:a16="http://schemas.microsoft.com/office/drawing/2014/main" id="{6B45A787-9C75-0736-994E-7B094F400367}"/>
              </a:ext>
            </a:extLst>
          </p:cNvPr>
          <p:cNvSpPr>
            <a:spLocks noGrp="1" noChangeArrowheads="1"/>
          </p:cNvSpPr>
          <p:nvPr>
            <p:ph type="title"/>
          </p:nvPr>
        </p:nvSpPr>
        <p:spPr bwMode="auto">
          <a:xfrm>
            <a:off x="295352" y="274638"/>
            <a:ext cx="708675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pic>
        <p:nvPicPr>
          <p:cNvPr id="2" name="Picture 1" descr="Logo, company name&#10;&#10;Description automatically generated">
            <a:extLst>
              <a:ext uri="{FF2B5EF4-FFF2-40B4-BE49-F238E27FC236}">
                <a16:creationId xmlns:a16="http://schemas.microsoft.com/office/drawing/2014/main" id="{EDC140F1-7C93-36F2-49E9-260DAC6B7E2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17943" y="27044"/>
            <a:ext cx="1045812" cy="981307"/>
          </a:xfrm>
          <a:prstGeom prst="rect">
            <a:avLst/>
          </a:prstGeom>
        </p:spPr>
      </p:pic>
    </p:spTree>
    <p:extLst>
      <p:ext uri="{BB962C8B-B14F-4D97-AF65-F5344CB8AC3E}">
        <p14:creationId xmlns:p14="http://schemas.microsoft.com/office/powerpoint/2010/main" val="186316229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4" name="Picture Placeholder 12">
            <a:extLst>
              <a:ext uri="{FF2B5EF4-FFF2-40B4-BE49-F238E27FC236}">
                <a16:creationId xmlns:a16="http://schemas.microsoft.com/office/drawing/2014/main" id="{458D67BC-08A8-B641-2D7F-240DC17CDE3A}"/>
              </a:ext>
            </a:extLst>
          </p:cNvPr>
          <p:cNvSpPr>
            <a:spLocks noGrp="1"/>
          </p:cNvSpPr>
          <p:nvPr>
            <p:ph type="pic" sz="quarter" idx="10"/>
          </p:nvPr>
        </p:nvSpPr>
        <p:spPr>
          <a:xfrm>
            <a:off x="2752140" y="0"/>
            <a:ext cx="2066602" cy="2902857"/>
          </a:xfrm>
          <a:custGeom>
            <a:avLst/>
            <a:gdLst>
              <a:gd name="connsiteX0" fmla="*/ 0 w 2066602"/>
              <a:gd name="connsiteY0" fmla="*/ 0 h 2902857"/>
              <a:gd name="connsiteX1" fmla="*/ 2066602 w 2066602"/>
              <a:gd name="connsiteY1" fmla="*/ 0 h 2902857"/>
              <a:gd name="connsiteX2" fmla="*/ 2066602 w 2066602"/>
              <a:gd name="connsiteY2" fmla="*/ 2902857 h 2902857"/>
              <a:gd name="connsiteX3" fmla="*/ 0 w 2066602"/>
              <a:gd name="connsiteY3" fmla="*/ 2902857 h 2902857"/>
            </a:gdLst>
            <a:ahLst/>
            <a:cxnLst>
              <a:cxn ang="0">
                <a:pos x="connsiteX0" y="connsiteY0"/>
              </a:cxn>
              <a:cxn ang="0">
                <a:pos x="connsiteX1" y="connsiteY1"/>
              </a:cxn>
              <a:cxn ang="0">
                <a:pos x="connsiteX2" y="connsiteY2"/>
              </a:cxn>
              <a:cxn ang="0">
                <a:pos x="connsiteX3" y="connsiteY3"/>
              </a:cxn>
            </a:cxnLst>
            <a:rect l="l" t="t" r="r" b="b"/>
            <a:pathLst>
              <a:path w="2066602" h="2902857">
                <a:moveTo>
                  <a:pt x="0" y="0"/>
                </a:moveTo>
                <a:lnTo>
                  <a:pt x="2066602" y="0"/>
                </a:lnTo>
                <a:lnTo>
                  <a:pt x="2066602" y="2902857"/>
                </a:lnTo>
                <a:lnTo>
                  <a:pt x="0" y="2902857"/>
                </a:lnTo>
                <a:close/>
              </a:path>
            </a:pathLst>
          </a:custGeom>
          <a:solidFill>
            <a:schemeClr val="bg1">
              <a:lumMod val="95000"/>
            </a:schemeClr>
          </a:solidFill>
        </p:spPr>
        <p:txBody>
          <a:bodyPr wrap="square">
            <a:noAutofit/>
          </a:bodyPr>
          <a:lstStyle>
            <a:lvl1pPr>
              <a:defRPr sz="1200"/>
            </a:lvl1pPr>
          </a:lstStyle>
          <a:p>
            <a:endParaRPr lang="en-ID"/>
          </a:p>
        </p:txBody>
      </p:sp>
      <p:sp>
        <p:nvSpPr>
          <p:cNvPr id="5" name="Picture Placeholder 13">
            <a:extLst>
              <a:ext uri="{FF2B5EF4-FFF2-40B4-BE49-F238E27FC236}">
                <a16:creationId xmlns:a16="http://schemas.microsoft.com/office/drawing/2014/main" id="{91A76DD4-43F7-C972-85EA-CAFDE2FA0410}"/>
              </a:ext>
            </a:extLst>
          </p:cNvPr>
          <p:cNvSpPr>
            <a:spLocks noGrp="1"/>
          </p:cNvSpPr>
          <p:nvPr>
            <p:ph type="pic" sz="quarter" idx="11"/>
          </p:nvPr>
        </p:nvSpPr>
        <p:spPr>
          <a:xfrm>
            <a:off x="2752140" y="3033601"/>
            <a:ext cx="206660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1200"/>
            </a:lvl1pPr>
          </a:lstStyle>
          <a:p>
            <a:endParaRPr lang="en-ID"/>
          </a:p>
        </p:txBody>
      </p:sp>
      <p:sp>
        <p:nvSpPr>
          <p:cNvPr id="6" name="Picture Placeholder 11">
            <a:extLst>
              <a:ext uri="{FF2B5EF4-FFF2-40B4-BE49-F238E27FC236}">
                <a16:creationId xmlns:a16="http://schemas.microsoft.com/office/drawing/2014/main" id="{10D0C3E1-B2D7-E36D-87E0-ECAB470B2D28}"/>
              </a:ext>
            </a:extLst>
          </p:cNvPr>
          <p:cNvSpPr>
            <a:spLocks noGrp="1"/>
          </p:cNvSpPr>
          <p:nvPr>
            <p:ph type="pic" sz="quarter" idx="12"/>
          </p:nvPr>
        </p:nvSpPr>
        <p:spPr>
          <a:xfrm>
            <a:off x="537027" y="798286"/>
            <a:ext cx="206660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1200"/>
            </a:lvl1pPr>
          </a:lstStyle>
          <a:p>
            <a:endParaRPr lang="en-ID"/>
          </a:p>
        </p:txBody>
      </p:sp>
      <p:sp>
        <p:nvSpPr>
          <p:cNvPr id="7" name="Picture Placeholder 14">
            <a:extLst>
              <a:ext uri="{FF2B5EF4-FFF2-40B4-BE49-F238E27FC236}">
                <a16:creationId xmlns:a16="http://schemas.microsoft.com/office/drawing/2014/main" id="{62331960-A4CD-E907-ACF8-2904680BADA6}"/>
              </a:ext>
            </a:extLst>
          </p:cNvPr>
          <p:cNvSpPr>
            <a:spLocks noGrp="1"/>
          </p:cNvSpPr>
          <p:nvPr>
            <p:ph type="pic" sz="quarter" idx="13"/>
          </p:nvPr>
        </p:nvSpPr>
        <p:spPr>
          <a:xfrm>
            <a:off x="537027" y="4277251"/>
            <a:ext cx="2066602" cy="2072748"/>
          </a:xfrm>
          <a:custGeom>
            <a:avLst/>
            <a:gdLst>
              <a:gd name="connsiteX0" fmla="*/ 0 w 2066602"/>
              <a:gd name="connsiteY0" fmla="*/ 0 h 2072748"/>
              <a:gd name="connsiteX1" fmla="*/ 2066602 w 2066602"/>
              <a:gd name="connsiteY1" fmla="*/ 0 h 2072748"/>
              <a:gd name="connsiteX2" fmla="*/ 2066602 w 2066602"/>
              <a:gd name="connsiteY2" fmla="*/ 2072748 h 2072748"/>
              <a:gd name="connsiteX3" fmla="*/ 0 w 2066602"/>
              <a:gd name="connsiteY3" fmla="*/ 2072748 h 2072748"/>
            </a:gdLst>
            <a:ahLst/>
            <a:cxnLst>
              <a:cxn ang="0">
                <a:pos x="connsiteX0" y="connsiteY0"/>
              </a:cxn>
              <a:cxn ang="0">
                <a:pos x="connsiteX1" y="connsiteY1"/>
              </a:cxn>
              <a:cxn ang="0">
                <a:pos x="connsiteX2" y="connsiteY2"/>
              </a:cxn>
              <a:cxn ang="0">
                <a:pos x="connsiteX3" y="connsiteY3"/>
              </a:cxn>
            </a:cxnLst>
            <a:rect l="l" t="t" r="r" b="b"/>
            <a:pathLst>
              <a:path w="2066602" h="2072748">
                <a:moveTo>
                  <a:pt x="0" y="0"/>
                </a:moveTo>
                <a:lnTo>
                  <a:pt x="2066602" y="0"/>
                </a:lnTo>
                <a:lnTo>
                  <a:pt x="2066602" y="2072748"/>
                </a:lnTo>
                <a:lnTo>
                  <a:pt x="0" y="2072748"/>
                </a:lnTo>
                <a:close/>
              </a:path>
            </a:pathLst>
          </a:custGeom>
          <a:solidFill>
            <a:schemeClr val="bg1">
              <a:lumMod val="95000"/>
            </a:schemeClr>
          </a:solidFill>
        </p:spPr>
        <p:txBody>
          <a:bodyPr wrap="square">
            <a:noAutofit/>
          </a:bodyPr>
          <a:lstStyle>
            <a:lvl1pPr>
              <a:defRPr sz="1200"/>
            </a:lvl1pPr>
          </a:lstStyle>
          <a:p>
            <a:endParaRPr lang="en-ID" dirty="0"/>
          </a:p>
        </p:txBody>
      </p:sp>
      <p:sp>
        <p:nvSpPr>
          <p:cNvPr id="8" name="Content Placeholder 2">
            <a:extLst>
              <a:ext uri="{FF2B5EF4-FFF2-40B4-BE49-F238E27FC236}">
                <a16:creationId xmlns:a16="http://schemas.microsoft.com/office/drawing/2014/main" id="{077A9D95-A204-E92E-A5F8-1E263A7A8A30}"/>
              </a:ext>
            </a:extLst>
          </p:cNvPr>
          <p:cNvSpPr>
            <a:spLocks noGrp="1"/>
          </p:cNvSpPr>
          <p:nvPr>
            <p:ph idx="1"/>
          </p:nvPr>
        </p:nvSpPr>
        <p:spPr>
          <a:xfrm>
            <a:off x="5071533" y="273051"/>
            <a:ext cx="6815667" cy="5853113"/>
          </a:xfrm>
        </p:spPr>
        <p:txBody>
          <a:bodyPr/>
          <a:lstStyle>
            <a:lvl1pPr>
              <a:defRPr sz="3200">
                <a:solidFill>
                  <a:schemeClr val="tx2"/>
                </a:solidFill>
              </a:defRPr>
            </a:lvl1pPr>
            <a:lvl2pPr>
              <a:defRPr sz="2800">
                <a:solidFill>
                  <a:schemeClr val="accent6"/>
                </a:solidFill>
              </a:defRPr>
            </a:lvl2pPr>
            <a:lvl3pPr>
              <a:defRPr sz="2400">
                <a:solidFill>
                  <a:schemeClr val="accent6"/>
                </a:solidFill>
              </a:defRPr>
            </a:lvl3pPr>
            <a:lvl4pPr>
              <a:defRPr sz="2000">
                <a:solidFill>
                  <a:schemeClr val="accent6"/>
                </a:solidFill>
              </a:defRPr>
            </a:lvl4pPr>
            <a:lvl5pPr>
              <a:defRPr sz="2000">
                <a:solidFill>
                  <a:schemeClr val="accent6"/>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72403621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Vertical Title and Text">
    <p:bg>
      <p:bgPr>
        <a:solidFill>
          <a:srgbClr val="001B4D"/>
        </a:solidFill>
        <a:effectLst/>
      </p:bgPr>
    </p:bg>
    <p:spTree>
      <p:nvGrpSpPr>
        <p:cNvPr id="1" name=""/>
        <p:cNvGrpSpPr/>
        <p:nvPr/>
      </p:nvGrpSpPr>
      <p:grpSpPr>
        <a:xfrm>
          <a:off x="0" y="0"/>
          <a:ext cx="0" cy="0"/>
          <a:chOff x="0" y="0"/>
          <a:chExt cx="0" cy="0"/>
        </a:xfrm>
      </p:grpSpPr>
      <p:sp>
        <p:nvSpPr>
          <p:cNvPr id="4" name="Picture Placeholder 12">
            <a:extLst>
              <a:ext uri="{FF2B5EF4-FFF2-40B4-BE49-F238E27FC236}">
                <a16:creationId xmlns:a16="http://schemas.microsoft.com/office/drawing/2014/main" id="{14576114-4EE3-A4A4-76CC-B9B2275D1EE1}"/>
              </a:ext>
            </a:extLst>
          </p:cNvPr>
          <p:cNvSpPr>
            <a:spLocks noGrp="1"/>
          </p:cNvSpPr>
          <p:nvPr>
            <p:ph type="pic" sz="quarter" idx="10"/>
          </p:nvPr>
        </p:nvSpPr>
        <p:spPr>
          <a:xfrm>
            <a:off x="2752140" y="0"/>
            <a:ext cx="2066602" cy="2902857"/>
          </a:xfrm>
          <a:custGeom>
            <a:avLst/>
            <a:gdLst>
              <a:gd name="connsiteX0" fmla="*/ 0 w 2066602"/>
              <a:gd name="connsiteY0" fmla="*/ 0 h 2902857"/>
              <a:gd name="connsiteX1" fmla="*/ 2066602 w 2066602"/>
              <a:gd name="connsiteY1" fmla="*/ 0 h 2902857"/>
              <a:gd name="connsiteX2" fmla="*/ 2066602 w 2066602"/>
              <a:gd name="connsiteY2" fmla="*/ 2902857 h 2902857"/>
              <a:gd name="connsiteX3" fmla="*/ 0 w 2066602"/>
              <a:gd name="connsiteY3" fmla="*/ 2902857 h 2902857"/>
            </a:gdLst>
            <a:ahLst/>
            <a:cxnLst>
              <a:cxn ang="0">
                <a:pos x="connsiteX0" y="connsiteY0"/>
              </a:cxn>
              <a:cxn ang="0">
                <a:pos x="connsiteX1" y="connsiteY1"/>
              </a:cxn>
              <a:cxn ang="0">
                <a:pos x="connsiteX2" y="connsiteY2"/>
              </a:cxn>
              <a:cxn ang="0">
                <a:pos x="connsiteX3" y="connsiteY3"/>
              </a:cxn>
            </a:cxnLst>
            <a:rect l="l" t="t" r="r" b="b"/>
            <a:pathLst>
              <a:path w="2066602" h="2902857">
                <a:moveTo>
                  <a:pt x="0" y="0"/>
                </a:moveTo>
                <a:lnTo>
                  <a:pt x="2066602" y="0"/>
                </a:lnTo>
                <a:lnTo>
                  <a:pt x="2066602" y="2902857"/>
                </a:lnTo>
                <a:lnTo>
                  <a:pt x="0" y="2902857"/>
                </a:lnTo>
                <a:close/>
              </a:path>
            </a:pathLst>
          </a:custGeom>
          <a:solidFill>
            <a:schemeClr val="bg1">
              <a:lumMod val="95000"/>
            </a:schemeClr>
          </a:solidFill>
        </p:spPr>
        <p:txBody>
          <a:bodyPr wrap="square">
            <a:noAutofit/>
          </a:bodyPr>
          <a:lstStyle>
            <a:lvl1pPr>
              <a:defRPr sz="1200"/>
            </a:lvl1pPr>
          </a:lstStyle>
          <a:p>
            <a:endParaRPr lang="en-ID"/>
          </a:p>
        </p:txBody>
      </p:sp>
      <p:sp>
        <p:nvSpPr>
          <p:cNvPr id="5" name="Picture Placeholder 13">
            <a:extLst>
              <a:ext uri="{FF2B5EF4-FFF2-40B4-BE49-F238E27FC236}">
                <a16:creationId xmlns:a16="http://schemas.microsoft.com/office/drawing/2014/main" id="{F3B5096E-B439-B90B-5317-2550E3B65668}"/>
              </a:ext>
            </a:extLst>
          </p:cNvPr>
          <p:cNvSpPr>
            <a:spLocks noGrp="1"/>
          </p:cNvSpPr>
          <p:nvPr>
            <p:ph type="pic" sz="quarter" idx="11"/>
          </p:nvPr>
        </p:nvSpPr>
        <p:spPr>
          <a:xfrm>
            <a:off x="2752140" y="3033601"/>
            <a:ext cx="206660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1200"/>
            </a:lvl1pPr>
          </a:lstStyle>
          <a:p>
            <a:endParaRPr lang="en-ID"/>
          </a:p>
        </p:txBody>
      </p:sp>
      <p:sp>
        <p:nvSpPr>
          <p:cNvPr id="6" name="Picture Placeholder 11">
            <a:extLst>
              <a:ext uri="{FF2B5EF4-FFF2-40B4-BE49-F238E27FC236}">
                <a16:creationId xmlns:a16="http://schemas.microsoft.com/office/drawing/2014/main" id="{7E850367-FBF9-B7B1-9E76-EC2982182771}"/>
              </a:ext>
            </a:extLst>
          </p:cNvPr>
          <p:cNvSpPr>
            <a:spLocks noGrp="1"/>
          </p:cNvSpPr>
          <p:nvPr>
            <p:ph type="pic" sz="quarter" idx="12"/>
          </p:nvPr>
        </p:nvSpPr>
        <p:spPr>
          <a:xfrm>
            <a:off x="537027" y="798286"/>
            <a:ext cx="206660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1200"/>
            </a:lvl1pPr>
          </a:lstStyle>
          <a:p>
            <a:endParaRPr lang="en-ID"/>
          </a:p>
        </p:txBody>
      </p:sp>
      <p:sp>
        <p:nvSpPr>
          <p:cNvPr id="7" name="Picture Placeholder 14">
            <a:extLst>
              <a:ext uri="{FF2B5EF4-FFF2-40B4-BE49-F238E27FC236}">
                <a16:creationId xmlns:a16="http://schemas.microsoft.com/office/drawing/2014/main" id="{B7999D6D-BA9E-A93A-5AB4-A94911B24D0E}"/>
              </a:ext>
            </a:extLst>
          </p:cNvPr>
          <p:cNvSpPr>
            <a:spLocks noGrp="1"/>
          </p:cNvSpPr>
          <p:nvPr>
            <p:ph type="pic" sz="quarter" idx="13"/>
          </p:nvPr>
        </p:nvSpPr>
        <p:spPr>
          <a:xfrm>
            <a:off x="537027" y="4277251"/>
            <a:ext cx="2066602" cy="2072748"/>
          </a:xfrm>
          <a:custGeom>
            <a:avLst/>
            <a:gdLst>
              <a:gd name="connsiteX0" fmla="*/ 0 w 2066602"/>
              <a:gd name="connsiteY0" fmla="*/ 0 h 2072748"/>
              <a:gd name="connsiteX1" fmla="*/ 2066602 w 2066602"/>
              <a:gd name="connsiteY1" fmla="*/ 0 h 2072748"/>
              <a:gd name="connsiteX2" fmla="*/ 2066602 w 2066602"/>
              <a:gd name="connsiteY2" fmla="*/ 2072748 h 2072748"/>
              <a:gd name="connsiteX3" fmla="*/ 0 w 2066602"/>
              <a:gd name="connsiteY3" fmla="*/ 2072748 h 2072748"/>
            </a:gdLst>
            <a:ahLst/>
            <a:cxnLst>
              <a:cxn ang="0">
                <a:pos x="connsiteX0" y="connsiteY0"/>
              </a:cxn>
              <a:cxn ang="0">
                <a:pos x="connsiteX1" y="connsiteY1"/>
              </a:cxn>
              <a:cxn ang="0">
                <a:pos x="connsiteX2" y="connsiteY2"/>
              </a:cxn>
              <a:cxn ang="0">
                <a:pos x="connsiteX3" y="connsiteY3"/>
              </a:cxn>
            </a:cxnLst>
            <a:rect l="l" t="t" r="r" b="b"/>
            <a:pathLst>
              <a:path w="2066602" h="2072748">
                <a:moveTo>
                  <a:pt x="0" y="0"/>
                </a:moveTo>
                <a:lnTo>
                  <a:pt x="2066602" y="0"/>
                </a:lnTo>
                <a:lnTo>
                  <a:pt x="2066602" y="2072748"/>
                </a:lnTo>
                <a:lnTo>
                  <a:pt x="0" y="2072748"/>
                </a:lnTo>
                <a:close/>
              </a:path>
            </a:pathLst>
          </a:custGeom>
          <a:solidFill>
            <a:schemeClr val="bg1">
              <a:lumMod val="95000"/>
            </a:schemeClr>
          </a:solidFill>
        </p:spPr>
        <p:txBody>
          <a:bodyPr wrap="square">
            <a:noAutofit/>
          </a:bodyPr>
          <a:lstStyle>
            <a:lvl1pPr>
              <a:defRPr sz="1200"/>
            </a:lvl1pPr>
          </a:lstStyle>
          <a:p>
            <a:endParaRPr lang="en-ID" dirty="0"/>
          </a:p>
        </p:txBody>
      </p:sp>
      <p:sp>
        <p:nvSpPr>
          <p:cNvPr id="8" name="Content Placeholder 2">
            <a:extLst>
              <a:ext uri="{FF2B5EF4-FFF2-40B4-BE49-F238E27FC236}">
                <a16:creationId xmlns:a16="http://schemas.microsoft.com/office/drawing/2014/main" id="{96F213A9-305D-2AFC-FF34-19434A2D95EE}"/>
              </a:ext>
            </a:extLst>
          </p:cNvPr>
          <p:cNvSpPr>
            <a:spLocks noGrp="1"/>
          </p:cNvSpPr>
          <p:nvPr>
            <p:ph idx="1"/>
          </p:nvPr>
        </p:nvSpPr>
        <p:spPr>
          <a:xfrm>
            <a:off x="5071533" y="273051"/>
            <a:ext cx="6815667" cy="5853113"/>
          </a:xfrm>
        </p:spPr>
        <p:txBody>
          <a:bodyPr/>
          <a:lstStyle>
            <a:lvl1pPr>
              <a:defRPr sz="3200">
                <a:solidFill>
                  <a:schemeClr val="accent5"/>
                </a:solidFill>
              </a:defRPr>
            </a:lvl1pPr>
            <a:lvl2pPr>
              <a:defRPr sz="2800">
                <a:solidFill>
                  <a:schemeClr val="bg1"/>
                </a:solidFill>
              </a:defRPr>
            </a:lvl2pPr>
            <a:lvl3pPr>
              <a:defRPr sz="2400">
                <a:solidFill>
                  <a:schemeClr val="bg1"/>
                </a:solidFill>
              </a:defRPr>
            </a:lvl3pPr>
            <a:lvl4pPr>
              <a:defRPr sz="2000">
                <a:solidFill>
                  <a:schemeClr val="bg1"/>
                </a:solidFill>
              </a:defRPr>
            </a:lvl4pPr>
            <a:lvl5pPr>
              <a:defRPr sz="2000">
                <a:solidFill>
                  <a:schemeClr val="bg1"/>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0561370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Vertical Title and Text">
    <p:spTree>
      <p:nvGrpSpPr>
        <p:cNvPr id="1" name=""/>
        <p:cNvGrpSpPr/>
        <p:nvPr/>
      </p:nvGrpSpPr>
      <p:grpSpPr>
        <a:xfrm>
          <a:off x="0" y="0"/>
          <a:ext cx="0" cy="0"/>
          <a:chOff x="0" y="0"/>
          <a:chExt cx="0" cy="0"/>
        </a:xfrm>
      </p:grpSpPr>
      <p:sp>
        <p:nvSpPr>
          <p:cNvPr id="2" name="Picture Placeholder 14">
            <a:extLst>
              <a:ext uri="{FF2B5EF4-FFF2-40B4-BE49-F238E27FC236}">
                <a16:creationId xmlns:a16="http://schemas.microsoft.com/office/drawing/2014/main" id="{098A0508-16C0-1CB1-9EB2-E710C774CB8D}"/>
              </a:ext>
            </a:extLst>
          </p:cNvPr>
          <p:cNvSpPr>
            <a:spLocks noGrp="1"/>
          </p:cNvSpPr>
          <p:nvPr>
            <p:ph type="pic" sz="quarter" idx="10"/>
          </p:nvPr>
        </p:nvSpPr>
        <p:spPr>
          <a:xfrm>
            <a:off x="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3" name="Picture Placeholder 13">
            <a:extLst>
              <a:ext uri="{FF2B5EF4-FFF2-40B4-BE49-F238E27FC236}">
                <a16:creationId xmlns:a16="http://schemas.microsoft.com/office/drawing/2014/main" id="{60EB9AD5-7DDC-2BFA-AF2C-9962B35D0ED0}"/>
              </a:ext>
            </a:extLst>
          </p:cNvPr>
          <p:cNvSpPr>
            <a:spLocks noGrp="1"/>
          </p:cNvSpPr>
          <p:nvPr>
            <p:ph type="pic" sz="quarter" idx="11"/>
          </p:nvPr>
        </p:nvSpPr>
        <p:spPr>
          <a:xfrm>
            <a:off x="308358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9" name="Picture Placeholder 12">
            <a:extLst>
              <a:ext uri="{FF2B5EF4-FFF2-40B4-BE49-F238E27FC236}">
                <a16:creationId xmlns:a16="http://schemas.microsoft.com/office/drawing/2014/main" id="{F2B4AB36-8724-FDDC-F151-CBD3C7917C5E}"/>
              </a:ext>
            </a:extLst>
          </p:cNvPr>
          <p:cNvSpPr>
            <a:spLocks noGrp="1"/>
          </p:cNvSpPr>
          <p:nvPr>
            <p:ph type="pic" sz="quarter" idx="12"/>
          </p:nvPr>
        </p:nvSpPr>
        <p:spPr>
          <a:xfrm>
            <a:off x="616716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10" name="Picture Placeholder 11">
            <a:extLst>
              <a:ext uri="{FF2B5EF4-FFF2-40B4-BE49-F238E27FC236}">
                <a16:creationId xmlns:a16="http://schemas.microsoft.com/office/drawing/2014/main" id="{7807B4DD-82EF-E592-BE1A-58254BBE34FF}"/>
              </a:ext>
            </a:extLst>
          </p:cNvPr>
          <p:cNvSpPr>
            <a:spLocks noGrp="1"/>
          </p:cNvSpPr>
          <p:nvPr>
            <p:ph type="pic" sz="quarter" idx="13"/>
          </p:nvPr>
        </p:nvSpPr>
        <p:spPr>
          <a:xfrm>
            <a:off x="9250740"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11" name="Title 1">
            <a:extLst>
              <a:ext uri="{FF2B5EF4-FFF2-40B4-BE49-F238E27FC236}">
                <a16:creationId xmlns:a16="http://schemas.microsoft.com/office/drawing/2014/main" id="{D78BA4D9-57E1-A80D-3014-2BD0F878AF31}"/>
              </a:ext>
            </a:extLst>
          </p:cNvPr>
          <p:cNvSpPr>
            <a:spLocks noGrp="1"/>
          </p:cNvSpPr>
          <p:nvPr>
            <p:ph type="title"/>
          </p:nvPr>
        </p:nvSpPr>
        <p:spPr>
          <a:xfrm>
            <a:off x="295352" y="274638"/>
            <a:ext cx="10457373" cy="1143000"/>
          </a:xfrm>
        </p:spPr>
        <p:txBody>
          <a:bodyPr/>
          <a:lstStyle>
            <a:lvl1pPr>
              <a:defRPr>
                <a:solidFill>
                  <a:schemeClr val="tx2"/>
                </a:solidFill>
              </a:defRPr>
            </a:lvl1pPr>
          </a:lstStyle>
          <a:p>
            <a:r>
              <a:rPr lang="en-US" dirty="0"/>
              <a:t>Click to edit Master title style</a:t>
            </a:r>
            <a:endParaRPr lang="en-GB" dirty="0"/>
          </a:p>
        </p:txBody>
      </p:sp>
      <p:sp>
        <p:nvSpPr>
          <p:cNvPr id="12" name="Content Placeholder 2">
            <a:extLst>
              <a:ext uri="{FF2B5EF4-FFF2-40B4-BE49-F238E27FC236}">
                <a16:creationId xmlns:a16="http://schemas.microsoft.com/office/drawing/2014/main" id="{245A25BC-C7C5-6433-D8E4-A5DF23106C71}"/>
              </a:ext>
            </a:extLst>
          </p:cNvPr>
          <p:cNvSpPr>
            <a:spLocks noGrp="1"/>
          </p:cNvSpPr>
          <p:nvPr>
            <p:ph idx="1"/>
          </p:nvPr>
        </p:nvSpPr>
        <p:spPr>
          <a:xfrm>
            <a:off x="295352" y="1417638"/>
            <a:ext cx="11601296" cy="45259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13" name="Picture 10" descr="APU Logo Final-medium.jpg">
            <a:extLst>
              <a:ext uri="{FF2B5EF4-FFF2-40B4-BE49-F238E27FC236}">
                <a16:creationId xmlns:a16="http://schemas.microsoft.com/office/drawing/2014/main" id="{C388C33F-8C44-39F0-8C2F-7CF690D3C16C}"/>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9274900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_Vertical Title and Text">
    <p:bg>
      <p:bgPr>
        <a:solidFill>
          <a:srgbClr val="001B4D"/>
        </a:solidFill>
        <a:effectLst/>
      </p:bgPr>
    </p:bg>
    <p:spTree>
      <p:nvGrpSpPr>
        <p:cNvPr id="1" name=""/>
        <p:cNvGrpSpPr/>
        <p:nvPr/>
      </p:nvGrpSpPr>
      <p:grpSpPr>
        <a:xfrm>
          <a:off x="0" y="0"/>
          <a:ext cx="0" cy="0"/>
          <a:chOff x="0" y="0"/>
          <a:chExt cx="0" cy="0"/>
        </a:xfrm>
      </p:grpSpPr>
      <p:sp>
        <p:nvSpPr>
          <p:cNvPr id="2" name="Picture Placeholder 14">
            <a:extLst>
              <a:ext uri="{FF2B5EF4-FFF2-40B4-BE49-F238E27FC236}">
                <a16:creationId xmlns:a16="http://schemas.microsoft.com/office/drawing/2014/main" id="{098A0508-16C0-1CB1-9EB2-E710C774CB8D}"/>
              </a:ext>
            </a:extLst>
          </p:cNvPr>
          <p:cNvSpPr>
            <a:spLocks noGrp="1"/>
          </p:cNvSpPr>
          <p:nvPr>
            <p:ph type="pic" sz="quarter" idx="10"/>
          </p:nvPr>
        </p:nvSpPr>
        <p:spPr>
          <a:xfrm>
            <a:off x="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3" name="Picture Placeholder 13">
            <a:extLst>
              <a:ext uri="{FF2B5EF4-FFF2-40B4-BE49-F238E27FC236}">
                <a16:creationId xmlns:a16="http://schemas.microsoft.com/office/drawing/2014/main" id="{60EB9AD5-7DDC-2BFA-AF2C-9962B35D0ED0}"/>
              </a:ext>
            </a:extLst>
          </p:cNvPr>
          <p:cNvSpPr>
            <a:spLocks noGrp="1"/>
          </p:cNvSpPr>
          <p:nvPr>
            <p:ph type="pic" sz="quarter" idx="11"/>
          </p:nvPr>
        </p:nvSpPr>
        <p:spPr>
          <a:xfrm>
            <a:off x="308358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9" name="Picture Placeholder 12">
            <a:extLst>
              <a:ext uri="{FF2B5EF4-FFF2-40B4-BE49-F238E27FC236}">
                <a16:creationId xmlns:a16="http://schemas.microsoft.com/office/drawing/2014/main" id="{F2B4AB36-8724-FDDC-F151-CBD3C7917C5E}"/>
              </a:ext>
            </a:extLst>
          </p:cNvPr>
          <p:cNvSpPr>
            <a:spLocks noGrp="1"/>
          </p:cNvSpPr>
          <p:nvPr>
            <p:ph type="pic" sz="quarter" idx="12"/>
          </p:nvPr>
        </p:nvSpPr>
        <p:spPr>
          <a:xfrm>
            <a:off x="616716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10" name="Picture Placeholder 11">
            <a:extLst>
              <a:ext uri="{FF2B5EF4-FFF2-40B4-BE49-F238E27FC236}">
                <a16:creationId xmlns:a16="http://schemas.microsoft.com/office/drawing/2014/main" id="{7807B4DD-82EF-E592-BE1A-58254BBE34FF}"/>
              </a:ext>
            </a:extLst>
          </p:cNvPr>
          <p:cNvSpPr>
            <a:spLocks noGrp="1"/>
          </p:cNvSpPr>
          <p:nvPr>
            <p:ph type="pic" sz="quarter" idx="13"/>
          </p:nvPr>
        </p:nvSpPr>
        <p:spPr>
          <a:xfrm>
            <a:off x="9250740"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11" name="Title 1">
            <a:extLst>
              <a:ext uri="{FF2B5EF4-FFF2-40B4-BE49-F238E27FC236}">
                <a16:creationId xmlns:a16="http://schemas.microsoft.com/office/drawing/2014/main" id="{D78BA4D9-57E1-A80D-3014-2BD0F878AF31}"/>
              </a:ext>
            </a:extLst>
          </p:cNvPr>
          <p:cNvSpPr>
            <a:spLocks noGrp="1"/>
          </p:cNvSpPr>
          <p:nvPr>
            <p:ph type="title"/>
          </p:nvPr>
        </p:nvSpPr>
        <p:spPr>
          <a:xfrm>
            <a:off x="295352" y="274638"/>
            <a:ext cx="10457373" cy="1143000"/>
          </a:xfrm>
        </p:spPr>
        <p:txBody>
          <a:bodyPr/>
          <a:lstStyle>
            <a:lvl1pPr>
              <a:defRPr>
                <a:solidFill>
                  <a:schemeClr val="accent5"/>
                </a:solidFill>
              </a:defRPr>
            </a:lvl1pPr>
          </a:lstStyle>
          <a:p>
            <a:r>
              <a:rPr lang="en-US" dirty="0"/>
              <a:t>Click to edit Master title style</a:t>
            </a:r>
            <a:endParaRPr lang="en-GB" dirty="0"/>
          </a:p>
        </p:txBody>
      </p:sp>
      <p:sp>
        <p:nvSpPr>
          <p:cNvPr id="12" name="Content Placeholder 2">
            <a:extLst>
              <a:ext uri="{FF2B5EF4-FFF2-40B4-BE49-F238E27FC236}">
                <a16:creationId xmlns:a16="http://schemas.microsoft.com/office/drawing/2014/main" id="{245A25BC-C7C5-6433-D8E4-A5DF23106C71}"/>
              </a:ext>
            </a:extLst>
          </p:cNvPr>
          <p:cNvSpPr>
            <a:spLocks noGrp="1"/>
          </p:cNvSpPr>
          <p:nvPr>
            <p:ph idx="1"/>
          </p:nvPr>
        </p:nvSpPr>
        <p:spPr>
          <a:xfrm>
            <a:off x="295352" y="1417638"/>
            <a:ext cx="11601296" cy="45259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4" name="Picture 3" descr="Logo, company name&#10;&#10;Description automatically generated">
            <a:extLst>
              <a:ext uri="{FF2B5EF4-FFF2-40B4-BE49-F238E27FC236}">
                <a16:creationId xmlns:a16="http://schemas.microsoft.com/office/drawing/2014/main" id="{13D2297B-429D-D242-496A-D8036CC69E9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17943" y="27044"/>
            <a:ext cx="1045812" cy="981307"/>
          </a:xfrm>
          <a:prstGeom prst="rect">
            <a:avLst/>
          </a:prstGeom>
        </p:spPr>
      </p:pic>
    </p:spTree>
    <p:extLst>
      <p:ext uri="{BB962C8B-B14F-4D97-AF65-F5344CB8AC3E}">
        <p14:creationId xmlns:p14="http://schemas.microsoft.com/office/powerpoint/2010/main" val="216929512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microsoft.com/office/2007/relationships/hdphoto" Target="../media/hdphoto1.wdp"/><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image" Target="../media/image1.pn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A picture containing outdoor object, honeycomb&#10;&#10;Description automatically generated">
            <a:extLst>
              <a:ext uri="{FF2B5EF4-FFF2-40B4-BE49-F238E27FC236}">
                <a16:creationId xmlns:a16="http://schemas.microsoft.com/office/drawing/2014/main" id="{ECC693F6-F024-A3A9-24FB-E8ED5704B67C}"/>
              </a:ext>
            </a:extLst>
          </p:cNvPr>
          <p:cNvPicPr>
            <a:picLocks noChangeAspect="1"/>
          </p:cNvPicPr>
          <p:nvPr userDrawn="1"/>
        </p:nvPicPr>
        <p:blipFill rotWithShape="1">
          <a:blip r:embed="rId43">
            <a:extLst>
              <a:ext uri="{BEBA8EAE-BF5A-486C-A8C5-ECC9F3942E4B}">
                <a14:imgProps xmlns:a14="http://schemas.microsoft.com/office/drawing/2010/main">
                  <a14:imgLayer r:embed="rId44">
                    <a14:imgEffect>
                      <a14:saturation sat="66000"/>
                    </a14:imgEffect>
                  </a14:imgLayer>
                </a14:imgProps>
              </a:ext>
              <a:ext uri="{28A0092B-C50C-407E-A947-70E740481C1C}">
                <a14:useLocalDpi xmlns:a14="http://schemas.microsoft.com/office/drawing/2010/main" val="0"/>
              </a:ext>
            </a:extLst>
          </a:blip>
          <a:srcRect t="94815"/>
          <a:stretch/>
        </p:blipFill>
        <p:spPr>
          <a:xfrm>
            <a:off x="0" y="6502398"/>
            <a:ext cx="12192000" cy="355601"/>
          </a:xfrm>
          <a:prstGeom prst="rect">
            <a:avLst/>
          </a:prstGeom>
        </p:spPr>
      </p:pic>
      <p:sp>
        <p:nvSpPr>
          <p:cNvPr id="1028" name="Rectangle 4">
            <a:extLst>
              <a:ext uri="{FF2B5EF4-FFF2-40B4-BE49-F238E27FC236}">
                <a16:creationId xmlns:a16="http://schemas.microsoft.com/office/drawing/2014/main" id="{B623752B-4505-458A-8F13-B97CEB0BB875}"/>
              </a:ext>
            </a:extLst>
          </p:cNvPr>
          <p:cNvSpPr>
            <a:spLocks noGrp="1" noChangeArrowheads="1"/>
          </p:cNvSpPr>
          <p:nvPr>
            <p:ph type="body" idx="1"/>
          </p:nvPr>
        </p:nvSpPr>
        <p:spPr bwMode="auto">
          <a:xfrm>
            <a:off x="254000" y="1697038"/>
            <a:ext cx="117475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dirty="0"/>
              <a:t>Click to edit Master text styles</a:t>
            </a:r>
          </a:p>
          <a:p>
            <a:pPr lvl="1"/>
            <a:r>
              <a:rPr lang="en-GB" altLang="en-US" dirty="0"/>
              <a:t>Second level</a:t>
            </a:r>
          </a:p>
          <a:p>
            <a:pPr lvl="2"/>
            <a:r>
              <a:rPr lang="en-GB" altLang="en-US" dirty="0"/>
              <a:t>Third level</a:t>
            </a:r>
          </a:p>
          <a:p>
            <a:pPr lvl="3"/>
            <a:r>
              <a:rPr lang="en-GB" altLang="en-US" dirty="0"/>
              <a:t>Fourth level</a:t>
            </a:r>
          </a:p>
          <a:p>
            <a:pPr lvl="4"/>
            <a:r>
              <a:rPr lang="en-GB" altLang="en-US" dirty="0"/>
              <a:t>Fifth level</a:t>
            </a:r>
          </a:p>
        </p:txBody>
      </p:sp>
      <p:sp>
        <p:nvSpPr>
          <p:cNvPr id="1029" name="Rectangle 6">
            <a:extLst>
              <a:ext uri="{FF2B5EF4-FFF2-40B4-BE49-F238E27FC236}">
                <a16:creationId xmlns:a16="http://schemas.microsoft.com/office/drawing/2014/main" id="{4D7F5865-615B-424A-A375-A8F1EEAE744B}"/>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p>
        </p:txBody>
      </p:sp>
      <p:sp>
        <p:nvSpPr>
          <p:cNvPr id="2" name="TextBox 1">
            <a:extLst>
              <a:ext uri="{FF2B5EF4-FFF2-40B4-BE49-F238E27FC236}">
                <a16:creationId xmlns:a16="http://schemas.microsoft.com/office/drawing/2014/main" id="{A748569D-7387-4D30-B100-DC94E7D1863E}"/>
              </a:ext>
            </a:extLst>
          </p:cNvPr>
          <p:cNvSpPr txBox="1"/>
          <p:nvPr userDrawn="1"/>
        </p:nvSpPr>
        <p:spPr>
          <a:xfrm>
            <a:off x="10859590" y="6588371"/>
            <a:ext cx="1550125" cy="215444"/>
          </a:xfrm>
          <a:prstGeom prst="rect">
            <a:avLst/>
          </a:prstGeom>
          <a:noFill/>
        </p:spPr>
        <p:txBody>
          <a:bodyPr wrap="square" rtlCol="0">
            <a:spAutoFit/>
          </a:bodyPr>
          <a:lstStyle/>
          <a:p>
            <a:pPr algn="ctr"/>
            <a:r>
              <a:rPr lang="en-US" sz="800" dirty="0">
                <a:solidFill>
                  <a:schemeClr val="bg2"/>
                </a:solidFill>
                <a:latin typeface="Montserrat" panose="00000500000000000000" pitchFamily="2" charset="0"/>
              </a:rPr>
              <a:t>SLIDE </a:t>
            </a:r>
            <a:fld id="{7E7DF8DA-2BBC-4974-99EF-62657F72EFE3}" type="slidenum">
              <a:rPr lang="en-US" sz="800" smtClean="0">
                <a:solidFill>
                  <a:schemeClr val="bg2"/>
                </a:solidFill>
                <a:latin typeface="Montserrat" panose="00000500000000000000" pitchFamily="2" charset="0"/>
              </a:rPr>
              <a:pPr algn="ctr"/>
              <a:t>‹#›</a:t>
            </a:fld>
            <a:endParaRPr lang="en-US" sz="800" dirty="0">
              <a:solidFill>
                <a:schemeClr val="bg2"/>
              </a:solidFill>
              <a:latin typeface="Montserrat" panose="00000500000000000000" pitchFamily="2" charset="0"/>
            </a:endParaRPr>
          </a:p>
        </p:txBody>
      </p:sp>
      <p:sp>
        <p:nvSpPr>
          <p:cNvPr id="3" name="TextBox 2">
            <a:extLst>
              <a:ext uri="{FF2B5EF4-FFF2-40B4-BE49-F238E27FC236}">
                <a16:creationId xmlns:a16="http://schemas.microsoft.com/office/drawing/2014/main" id="{86DC117F-9549-84AD-C279-A42AEB20D920}"/>
              </a:ext>
            </a:extLst>
          </p:cNvPr>
          <p:cNvSpPr txBox="1"/>
          <p:nvPr userDrawn="1"/>
        </p:nvSpPr>
        <p:spPr>
          <a:xfrm>
            <a:off x="39175" y="6588371"/>
            <a:ext cx="2377454" cy="215444"/>
          </a:xfrm>
          <a:prstGeom prst="rect">
            <a:avLst/>
          </a:prstGeom>
          <a:noFill/>
        </p:spPr>
        <p:txBody>
          <a:bodyPr wrap="square" rtlCol="0">
            <a:spAutoFit/>
          </a:bodyPr>
          <a:lstStyle/>
          <a:p>
            <a:pPr algn="l"/>
            <a:r>
              <a:rPr lang="en-US" sz="800" dirty="0">
                <a:solidFill>
                  <a:schemeClr val="bg2"/>
                </a:solidFill>
                <a:latin typeface="Montserrat" panose="00000500000000000000" pitchFamily="2" charset="0"/>
              </a:rPr>
              <a:t>Module Code &amp; Module Title</a:t>
            </a:r>
          </a:p>
        </p:txBody>
      </p:sp>
      <p:sp>
        <p:nvSpPr>
          <p:cNvPr id="8" name="TextBox 7">
            <a:extLst>
              <a:ext uri="{FF2B5EF4-FFF2-40B4-BE49-F238E27FC236}">
                <a16:creationId xmlns:a16="http://schemas.microsoft.com/office/drawing/2014/main" id="{9EBD054F-4D2B-C683-DC2F-88927DD0A10B}"/>
              </a:ext>
            </a:extLst>
          </p:cNvPr>
          <p:cNvSpPr txBox="1"/>
          <p:nvPr userDrawn="1"/>
        </p:nvSpPr>
        <p:spPr>
          <a:xfrm>
            <a:off x="4480560" y="6572476"/>
            <a:ext cx="3396343" cy="215444"/>
          </a:xfrm>
          <a:prstGeom prst="rect">
            <a:avLst/>
          </a:prstGeom>
          <a:noFill/>
        </p:spPr>
        <p:txBody>
          <a:bodyPr wrap="square" rtlCol="0">
            <a:spAutoFit/>
          </a:bodyPr>
          <a:lstStyle/>
          <a:p>
            <a:pPr algn="ctr"/>
            <a:r>
              <a:rPr lang="en-US" sz="800" dirty="0">
                <a:solidFill>
                  <a:schemeClr val="bg2"/>
                </a:solidFill>
                <a:latin typeface="Montserrat" panose="00000500000000000000" pitchFamily="2" charset="0"/>
              </a:rPr>
              <a:t>Slide Title</a:t>
            </a:r>
          </a:p>
        </p:txBody>
      </p:sp>
    </p:spTree>
  </p:cSld>
  <p:clrMap bg1="lt1" tx1="dk1" bg2="lt2" tx2="dk2" accent1="accent1" accent2="accent2" accent3="accent3" accent4="accent4" accent5="accent5" accent6="accent6" hlink="hlink" folHlink="folHlink"/>
  <p:sldLayoutIdLst>
    <p:sldLayoutId id="2147483718" r:id="rId1"/>
    <p:sldLayoutId id="2147483753" r:id="rId2"/>
    <p:sldLayoutId id="2147483729" r:id="rId3"/>
    <p:sldLayoutId id="2147483757" r:id="rId4"/>
    <p:sldLayoutId id="2147483758" r:id="rId5"/>
    <p:sldLayoutId id="2147483720" r:id="rId6"/>
    <p:sldLayoutId id="2147483756" r:id="rId7"/>
    <p:sldLayoutId id="2147483719" r:id="rId8"/>
    <p:sldLayoutId id="2147483737" r:id="rId9"/>
    <p:sldLayoutId id="2147483723" r:id="rId10"/>
    <p:sldLayoutId id="2147483739" r:id="rId11"/>
    <p:sldLayoutId id="2147483721" r:id="rId12"/>
    <p:sldLayoutId id="2147483744" r:id="rId13"/>
    <p:sldLayoutId id="2147483722" r:id="rId14"/>
    <p:sldLayoutId id="2147483745" r:id="rId15"/>
    <p:sldLayoutId id="2147483731" r:id="rId16"/>
    <p:sldLayoutId id="2147483724" r:id="rId17"/>
    <p:sldLayoutId id="2147483730" r:id="rId18"/>
    <p:sldLayoutId id="2147483735" r:id="rId19"/>
    <p:sldLayoutId id="2147483725" r:id="rId20"/>
    <p:sldLayoutId id="2147483743" r:id="rId21"/>
    <p:sldLayoutId id="2147483726" r:id="rId22"/>
    <p:sldLayoutId id="2147483740" r:id="rId23"/>
    <p:sldLayoutId id="2147483732" r:id="rId24"/>
    <p:sldLayoutId id="2147483742" r:id="rId25"/>
    <p:sldLayoutId id="2147483749" r:id="rId26"/>
    <p:sldLayoutId id="2147483750" r:id="rId27"/>
    <p:sldLayoutId id="2147483741" r:id="rId28"/>
    <p:sldLayoutId id="2147483734" r:id="rId29"/>
    <p:sldLayoutId id="2147483733" r:id="rId30"/>
    <p:sldLayoutId id="2147483752" r:id="rId31"/>
    <p:sldLayoutId id="2147483727" r:id="rId32"/>
    <p:sldLayoutId id="2147483738" r:id="rId33"/>
    <p:sldLayoutId id="2147483751" r:id="rId34"/>
    <p:sldLayoutId id="2147483747" r:id="rId35"/>
    <p:sldLayoutId id="2147483736" r:id="rId36"/>
    <p:sldLayoutId id="2147483748" r:id="rId37"/>
    <p:sldLayoutId id="2147483728" r:id="rId38"/>
    <p:sldLayoutId id="2147483746" r:id="rId39"/>
    <p:sldLayoutId id="2147483754" r:id="rId40"/>
    <p:sldLayoutId id="2147483755" r:id="rId41"/>
  </p:sldLayoutIdLst>
  <p:hf hdr="0" ftr="0" dt="0"/>
  <p:txStyles>
    <p:titleStyle>
      <a:lvl1pPr algn="l" rtl="0" eaLnBrk="0" fontAlgn="base" hangingPunct="0">
        <a:spcBef>
          <a:spcPct val="0"/>
        </a:spcBef>
        <a:spcAft>
          <a:spcPct val="0"/>
        </a:spcAft>
        <a:defRPr sz="3000" b="1">
          <a:solidFill>
            <a:schemeClr val="tx2"/>
          </a:solidFill>
          <a:latin typeface="Montserrat" panose="00000500000000000000" pitchFamily="2" charset="0"/>
          <a:ea typeface="+mj-ea"/>
          <a:cs typeface="+mj-cs"/>
        </a:defRPr>
      </a:lvl1pPr>
      <a:lvl2pPr algn="ctr" rtl="0" eaLnBrk="0" fontAlgn="base" hangingPunct="0">
        <a:spcBef>
          <a:spcPct val="0"/>
        </a:spcBef>
        <a:spcAft>
          <a:spcPct val="0"/>
        </a:spcAft>
        <a:defRPr sz="3600">
          <a:solidFill>
            <a:schemeClr val="tx2"/>
          </a:solidFill>
          <a:latin typeface="Arial" charset="0"/>
        </a:defRPr>
      </a:lvl2pPr>
      <a:lvl3pPr algn="ctr" rtl="0" eaLnBrk="0" fontAlgn="base" hangingPunct="0">
        <a:spcBef>
          <a:spcPct val="0"/>
        </a:spcBef>
        <a:spcAft>
          <a:spcPct val="0"/>
        </a:spcAft>
        <a:defRPr sz="3600">
          <a:solidFill>
            <a:schemeClr val="tx2"/>
          </a:solidFill>
          <a:latin typeface="Arial" charset="0"/>
        </a:defRPr>
      </a:lvl3pPr>
      <a:lvl4pPr algn="ctr" rtl="0" eaLnBrk="0" fontAlgn="base" hangingPunct="0">
        <a:spcBef>
          <a:spcPct val="0"/>
        </a:spcBef>
        <a:spcAft>
          <a:spcPct val="0"/>
        </a:spcAft>
        <a:defRPr sz="3600">
          <a:solidFill>
            <a:schemeClr val="tx2"/>
          </a:solidFill>
          <a:latin typeface="Arial" charset="0"/>
        </a:defRPr>
      </a:lvl4pPr>
      <a:lvl5pPr algn="ctr" rtl="0" eaLnBrk="0" fontAlgn="base" hangingPunct="0">
        <a:spcBef>
          <a:spcPct val="0"/>
        </a:spcBef>
        <a:spcAft>
          <a:spcPct val="0"/>
        </a:spcAft>
        <a:defRPr sz="3600">
          <a:solidFill>
            <a:schemeClr val="tx2"/>
          </a:solidFill>
          <a:latin typeface="Arial" charset="0"/>
        </a:defRPr>
      </a:lvl5pPr>
      <a:lvl6pPr marL="457200" algn="ctr" rtl="0" fontAlgn="base">
        <a:spcBef>
          <a:spcPct val="0"/>
        </a:spcBef>
        <a:spcAft>
          <a:spcPct val="0"/>
        </a:spcAft>
        <a:defRPr sz="3600">
          <a:solidFill>
            <a:schemeClr val="tx2"/>
          </a:solidFill>
          <a:latin typeface="Arial" charset="0"/>
        </a:defRPr>
      </a:lvl6pPr>
      <a:lvl7pPr marL="914400" algn="ctr" rtl="0" fontAlgn="base">
        <a:spcBef>
          <a:spcPct val="0"/>
        </a:spcBef>
        <a:spcAft>
          <a:spcPct val="0"/>
        </a:spcAft>
        <a:defRPr sz="3600">
          <a:solidFill>
            <a:schemeClr val="tx2"/>
          </a:solidFill>
          <a:latin typeface="Arial" charset="0"/>
        </a:defRPr>
      </a:lvl7pPr>
      <a:lvl8pPr marL="1371600" algn="ctr" rtl="0" fontAlgn="base">
        <a:spcBef>
          <a:spcPct val="0"/>
        </a:spcBef>
        <a:spcAft>
          <a:spcPct val="0"/>
        </a:spcAft>
        <a:defRPr sz="3600">
          <a:solidFill>
            <a:schemeClr val="tx2"/>
          </a:solidFill>
          <a:latin typeface="Arial" charset="0"/>
        </a:defRPr>
      </a:lvl8pPr>
      <a:lvl9pPr marL="1828800" algn="ctr" rtl="0" fontAlgn="base">
        <a:spcBef>
          <a:spcPct val="0"/>
        </a:spcBef>
        <a:spcAft>
          <a:spcPct val="0"/>
        </a:spcAft>
        <a:defRPr sz="3600">
          <a:solidFill>
            <a:schemeClr val="tx2"/>
          </a:solidFill>
          <a:latin typeface="Arial" charset="0"/>
        </a:defRPr>
      </a:lvl9pPr>
    </p:titleStyle>
    <p:bodyStyle>
      <a:lvl1pPr marL="342900" indent="-342900" algn="l" rtl="0" eaLnBrk="0" fontAlgn="base" hangingPunct="0">
        <a:spcBef>
          <a:spcPct val="20000"/>
        </a:spcBef>
        <a:spcAft>
          <a:spcPct val="0"/>
        </a:spcAft>
        <a:buChar char="•"/>
        <a:defRPr sz="2500">
          <a:solidFill>
            <a:schemeClr val="tx1"/>
          </a:solidFill>
          <a:latin typeface="+mj-lt"/>
          <a:ea typeface="+mn-ea"/>
          <a:cs typeface="Calibri" panose="020F0502020204030204" pitchFamily="34" charset="0"/>
        </a:defRPr>
      </a:lvl1pPr>
      <a:lvl2pPr marL="742950" indent="-285750" algn="l" rtl="0" eaLnBrk="0" fontAlgn="base" hangingPunct="0">
        <a:spcBef>
          <a:spcPct val="20000"/>
        </a:spcBef>
        <a:spcAft>
          <a:spcPct val="0"/>
        </a:spcAft>
        <a:buChar char="–"/>
        <a:defRPr sz="2000">
          <a:solidFill>
            <a:schemeClr val="tx1"/>
          </a:solidFill>
          <a:latin typeface="+mj-lt"/>
          <a:cs typeface="Calibri" panose="020F0502020204030204" pitchFamily="34" charset="0"/>
        </a:defRPr>
      </a:lvl2pPr>
      <a:lvl3pPr marL="1143000" indent="-228600" algn="l" rtl="0" eaLnBrk="0" fontAlgn="base" hangingPunct="0">
        <a:spcBef>
          <a:spcPct val="20000"/>
        </a:spcBef>
        <a:spcAft>
          <a:spcPct val="0"/>
        </a:spcAft>
        <a:buChar char="•"/>
        <a:defRPr sz="1800">
          <a:solidFill>
            <a:schemeClr val="tx1"/>
          </a:solidFill>
          <a:latin typeface="+mj-lt"/>
          <a:cs typeface="Calibri" panose="020F0502020204030204" pitchFamily="34" charset="0"/>
        </a:defRPr>
      </a:lvl3pPr>
      <a:lvl4pPr marL="1600200" indent="-228600" algn="l" rtl="0" eaLnBrk="0" fontAlgn="base" hangingPunct="0">
        <a:spcBef>
          <a:spcPct val="20000"/>
        </a:spcBef>
        <a:spcAft>
          <a:spcPct val="0"/>
        </a:spcAft>
        <a:buChar char="–"/>
        <a:defRPr sz="1500">
          <a:solidFill>
            <a:schemeClr val="tx1"/>
          </a:solidFill>
          <a:latin typeface="+mj-lt"/>
          <a:cs typeface="Calibri" panose="020F0502020204030204" pitchFamily="34" charset="0"/>
        </a:defRPr>
      </a:lvl4pPr>
      <a:lvl5pPr marL="2057400" indent="-228600" algn="l" rtl="0" eaLnBrk="0" fontAlgn="base" hangingPunct="0">
        <a:spcBef>
          <a:spcPct val="20000"/>
        </a:spcBef>
        <a:spcAft>
          <a:spcPct val="0"/>
        </a:spcAft>
        <a:buChar char="»"/>
        <a:defRPr sz="1200">
          <a:solidFill>
            <a:schemeClr val="tx1"/>
          </a:solidFill>
          <a:latin typeface="+mj-lt"/>
          <a:cs typeface="Calibri" panose="020F0502020204030204" pitchFamily="34"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8BEE855-5D9F-48E9-993A-495E91FFA44A}"/>
              </a:ext>
            </a:extLst>
          </p:cNvPr>
          <p:cNvSpPr>
            <a:spLocks noGrp="1" noChangeArrowheads="1"/>
          </p:cNvSpPr>
          <p:nvPr/>
        </p:nvSpPr>
        <p:spPr bwMode="auto">
          <a:xfrm>
            <a:off x="4684733" y="3344552"/>
            <a:ext cx="6913767"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r" rtl="0" eaLnBrk="0" fontAlgn="base" hangingPunct="0">
              <a:spcBef>
                <a:spcPct val="20000"/>
              </a:spcBef>
              <a:spcAft>
                <a:spcPct val="0"/>
              </a:spcAft>
              <a:buFontTx/>
              <a:buNone/>
              <a:defRPr sz="2500" b="0">
                <a:solidFill>
                  <a:schemeClr val="bg1"/>
                </a:solidFill>
                <a:latin typeface="+mj-lt"/>
                <a:ea typeface="+mn-ea"/>
                <a:cs typeface="Calibri" panose="020F0502020204030204" pitchFamily="34" charset="0"/>
              </a:defRPr>
            </a:lvl1pPr>
            <a:lvl2pPr marL="742950" indent="-285750" algn="l" rtl="0" eaLnBrk="0" fontAlgn="base" hangingPunct="0">
              <a:spcBef>
                <a:spcPct val="20000"/>
              </a:spcBef>
              <a:spcAft>
                <a:spcPct val="0"/>
              </a:spcAft>
              <a:buChar char="–"/>
              <a:defRPr sz="2000">
                <a:solidFill>
                  <a:schemeClr val="tx1"/>
                </a:solidFill>
                <a:latin typeface="+mj-lt"/>
                <a:cs typeface="Calibri" panose="020F0502020204030204" pitchFamily="34" charset="0"/>
              </a:defRPr>
            </a:lvl2pPr>
            <a:lvl3pPr marL="1143000" indent="-228600" algn="l" rtl="0" eaLnBrk="0" fontAlgn="base" hangingPunct="0">
              <a:spcBef>
                <a:spcPct val="20000"/>
              </a:spcBef>
              <a:spcAft>
                <a:spcPct val="0"/>
              </a:spcAft>
              <a:buChar char="•"/>
              <a:defRPr sz="1800">
                <a:solidFill>
                  <a:schemeClr val="tx1"/>
                </a:solidFill>
                <a:latin typeface="+mj-lt"/>
                <a:cs typeface="Calibri" panose="020F0502020204030204" pitchFamily="34" charset="0"/>
              </a:defRPr>
            </a:lvl3pPr>
            <a:lvl4pPr marL="1600200" indent="-228600" algn="l" rtl="0" eaLnBrk="0" fontAlgn="base" hangingPunct="0">
              <a:spcBef>
                <a:spcPct val="20000"/>
              </a:spcBef>
              <a:spcAft>
                <a:spcPct val="0"/>
              </a:spcAft>
              <a:buChar char="–"/>
              <a:defRPr sz="1500">
                <a:solidFill>
                  <a:schemeClr val="tx1"/>
                </a:solidFill>
                <a:latin typeface="+mj-lt"/>
                <a:cs typeface="Calibri" panose="020F0502020204030204" pitchFamily="34" charset="0"/>
              </a:defRPr>
            </a:lvl4pPr>
            <a:lvl5pPr marL="2057400" indent="-228600" algn="l" rtl="0" eaLnBrk="0" fontAlgn="base" hangingPunct="0">
              <a:spcBef>
                <a:spcPct val="20000"/>
              </a:spcBef>
              <a:spcAft>
                <a:spcPct val="0"/>
              </a:spcAft>
              <a:buChar char="»"/>
              <a:defRPr sz="1200">
                <a:solidFill>
                  <a:schemeClr val="tx1"/>
                </a:solidFill>
                <a:latin typeface="+mj-lt"/>
                <a:cs typeface="Calibri" panose="020F0502020204030204" pitchFamily="34"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eaLnBrk="1" hangingPunct="1"/>
            <a:r>
              <a:rPr lang="en-US" sz="2800" dirty="0"/>
              <a:t>Implementing Triggers</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GB" sz="3200"/>
              <a:t>Topic &amp; Structure of Lesson</a:t>
            </a:r>
          </a:p>
        </p:txBody>
      </p:sp>
      <p:sp>
        <p:nvSpPr>
          <p:cNvPr id="4099" name="Rectangle 3"/>
          <p:cNvSpPr>
            <a:spLocks noGrp="1" noChangeArrowheads="1"/>
          </p:cNvSpPr>
          <p:nvPr>
            <p:ph idx="1"/>
          </p:nvPr>
        </p:nvSpPr>
        <p:spPr/>
        <p:txBody>
          <a:bodyPr/>
          <a:lstStyle/>
          <a:p>
            <a:r>
              <a:rPr lang="en-US" sz="2800" dirty="0">
                <a:latin typeface="Arial" pitchFamily="34" charset="0"/>
                <a:cs typeface="Arial" pitchFamily="34" charset="0"/>
              </a:rPr>
              <a:t>Integrity Enhancement Features</a:t>
            </a:r>
            <a:endParaRPr lang="en-GB" sz="2800" dirty="0"/>
          </a:p>
          <a:p>
            <a:r>
              <a:rPr lang="en-GB" sz="2800" dirty="0"/>
              <a:t>What Are Triggers?</a:t>
            </a:r>
          </a:p>
          <a:p>
            <a:r>
              <a:rPr lang="en-GB" sz="2800" dirty="0"/>
              <a:t>Syntax for Creating </a:t>
            </a:r>
            <a:r>
              <a:rPr lang="en-MY" sz="2400" dirty="0">
                <a:solidFill>
                  <a:schemeClr val="tx2"/>
                </a:solidFill>
              </a:rPr>
              <a:t>Triggers</a:t>
            </a:r>
            <a:endParaRPr lang="en-GB" sz="2800" dirty="0"/>
          </a:p>
          <a:p>
            <a:r>
              <a:rPr lang="en-GB" sz="2800" dirty="0"/>
              <a:t>How an INSERT Trigger Works</a:t>
            </a:r>
          </a:p>
          <a:p>
            <a:r>
              <a:rPr lang="en-GB" sz="2800" dirty="0"/>
              <a:t>How a DELETE Trigger Works</a:t>
            </a:r>
          </a:p>
          <a:p>
            <a:r>
              <a:rPr lang="en-GB" sz="2800" dirty="0"/>
              <a:t>How an UPDATE Trigger Works</a:t>
            </a:r>
          </a:p>
          <a:p>
            <a:r>
              <a:rPr lang="en-GB" sz="2800" dirty="0"/>
              <a:t>How an INSTEAD OF Trigger Works</a:t>
            </a:r>
          </a:p>
          <a:p>
            <a:r>
              <a:rPr lang="en-US" sz="2800" dirty="0"/>
              <a:t>Syntax for Altering and Dropping </a:t>
            </a:r>
            <a:r>
              <a:rPr lang="en-GB" sz="2800" dirty="0"/>
              <a:t>Trigger</a:t>
            </a:r>
            <a:r>
              <a:rPr lang="en-US" sz="2800" dirty="0"/>
              <a:t>s</a:t>
            </a:r>
            <a:endParaRPr lang="en-GB" sz="2800" dirty="0"/>
          </a:p>
        </p:txBody>
      </p:sp>
      <p:sp>
        <p:nvSpPr>
          <p:cNvPr id="4100" name="Footer Placeholder 3"/>
          <p:cNvSpPr>
            <a:spLocks noGrp="1"/>
          </p:cNvSpPr>
          <p:nvPr>
            <p:ph type="ftr" sz="quarter" idx="10"/>
          </p:nvPr>
        </p:nvSpPr>
        <p:spPr bwMode="auto">
          <a:xfrm>
            <a:off x="6248400" y="6623050"/>
            <a:ext cx="2895600" cy="2349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800" kern="1200">
                <a:solidFill>
                  <a:schemeClr val="tx1"/>
                </a:solidFill>
                <a:latin typeface="Calibri" pitchFamily="34" charset="0"/>
                <a:ea typeface="+mn-ea"/>
                <a:cs typeface="Calibri" pitchFamily="34" charset="0"/>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lang="en-US">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GB" sz="3200"/>
              <a:t>Learning Outcomes</a:t>
            </a:r>
            <a:endParaRPr lang="en-US" sz="3200"/>
          </a:p>
        </p:txBody>
      </p:sp>
      <p:sp>
        <p:nvSpPr>
          <p:cNvPr id="5123" name="Rectangle 3"/>
          <p:cNvSpPr>
            <a:spLocks noGrp="1" noChangeArrowheads="1"/>
          </p:cNvSpPr>
          <p:nvPr>
            <p:ph idx="1"/>
          </p:nvPr>
        </p:nvSpPr>
        <p:spPr/>
        <p:txBody>
          <a:bodyPr/>
          <a:lstStyle/>
          <a:p>
            <a:pPr>
              <a:spcBef>
                <a:spcPct val="0"/>
              </a:spcBef>
              <a:buFontTx/>
              <a:buNone/>
            </a:pPr>
            <a:r>
              <a:rPr lang="en-US" b="1">
                <a:cs typeface="Times New Roman" pitchFamily="18" charset="0"/>
              </a:rPr>
              <a:t>By the end of this lesson you should </a:t>
            </a:r>
          </a:p>
          <a:p>
            <a:pPr>
              <a:spcBef>
                <a:spcPct val="0"/>
              </a:spcBef>
              <a:buFontTx/>
              <a:buNone/>
            </a:pPr>
            <a:r>
              <a:rPr lang="en-US" b="1">
                <a:cs typeface="Times New Roman" pitchFamily="18" charset="0"/>
              </a:rPr>
              <a:t>be able to:</a:t>
            </a:r>
          </a:p>
          <a:p>
            <a:r>
              <a:rPr lang="en-MY"/>
              <a:t>Implement </a:t>
            </a:r>
            <a:r>
              <a:rPr lang="en-GB"/>
              <a:t>Triggers</a:t>
            </a:r>
            <a:endParaRPr lang="en-MY"/>
          </a:p>
        </p:txBody>
      </p:sp>
      <p:sp>
        <p:nvSpPr>
          <p:cNvPr id="5124" name="Footer Placeholder 3"/>
          <p:cNvSpPr>
            <a:spLocks noGrp="1"/>
          </p:cNvSpPr>
          <p:nvPr>
            <p:ph type="ftr" sz="quarter" idx="10"/>
          </p:nvPr>
        </p:nvSpPr>
        <p:spPr bwMode="auto">
          <a:xfrm>
            <a:off x="6248400" y="6623050"/>
            <a:ext cx="2895600" cy="2349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800" kern="1200">
                <a:solidFill>
                  <a:schemeClr val="tx1"/>
                </a:solidFill>
                <a:latin typeface="Calibri" pitchFamily="34" charset="0"/>
                <a:ea typeface="+mn-ea"/>
                <a:cs typeface="Calibri" pitchFamily="34" charset="0"/>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lang="en-US">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p:txBody>
          <a:bodyPr>
            <a:normAutofit/>
          </a:bodyPr>
          <a:lstStyle/>
          <a:p>
            <a:pPr eaLnBrk="1" hangingPunct="1"/>
            <a:r>
              <a:rPr lang="en-US" sz="3200" dirty="0">
                <a:latin typeface="Arial" pitchFamily="34" charset="0"/>
                <a:cs typeface="Arial" pitchFamily="34" charset="0"/>
              </a:rPr>
              <a:t>Integrity Enhancement Features</a:t>
            </a:r>
          </a:p>
        </p:txBody>
      </p:sp>
      <p:sp>
        <p:nvSpPr>
          <p:cNvPr id="9220" name="Rectangle 3"/>
          <p:cNvSpPr>
            <a:spLocks noGrp="1" noChangeArrowheads="1"/>
          </p:cNvSpPr>
          <p:nvPr>
            <p:ph idx="1"/>
          </p:nvPr>
        </p:nvSpPr>
        <p:spPr/>
        <p:txBody>
          <a:bodyPr>
            <a:normAutofit/>
          </a:bodyPr>
          <a:lstStyle/>
          <a:p>
            <a:pPr eaLnBrk="1" hangingPunct="1"/>
            <a:r>
              <a:rPr lang="en-US" sz="2800" dirty="0">
                <a:latin typeface="Arial" pitchFamily="34" charset="0"/>
                <a:cs typeface="Arial" pitchFamily="34" charset="0"/>
              </a:rPr>
              <a:t>Consider five types of integrity constraints:</a:t>
            </a:r>
          </a:p>
          <a:p>
            <a:pPr eaLnBrk="1" hangingPunct="1">
              <a:lnSpc>
                <a:spcPct val="30000"/>
              </a:lnSpc>
            </a:pPr>
            <a:endParaRPr lang="en-US" sz="2800" dirty="0">
              <a:latin typeface="Arial" pitchFamily="34" charset="0"/>
              <a:cs typeface="Arial" pitchFamily="34" charset="0"/>
            </a:endParaRPr>
          </a:p>
          <a:p>
            <a:pPr lvl="1" eaLnBrk="1" hangingPunct="1"/>
            <a:r>
              <a:rPr lang="en-US" dirty="0">
                <a:latin typeface="Arial" pitchFamily="34" charset="0"/>
                <a:cs typeface="Arial" pitchFamily="34" charset="0"/>
              </a:rPr>
              <a:t>Required data.</a:t>
            </a:r>
          </a:p>
          <a:p>
            <a:pPr lvl="1" eaLnBrk="1" hangingPunct="1"/>
            <a:r>
              <a:rPr lang="en-US" dirty="0">
                <a:latin typeface="Arial" pitchFamily="34" charset="0"/>
                <a:cs typeface="Arial" pitchFamily="34" charset="0"/>
              </a:rPr>
              <a:t>Domain constraints.</a:t>
            </a:r>
          </a:p>
          <a:p>
            <a:pPr lvl="1" eaLnBrk="1" hangingPunct="1"/>
            <a:r>
              <a:rPr lang="en-US" dirty="0">
                <a:latin typeface="Arial" pitchFamily="34" charset="0"/>
                <a:cs typeface="Arial" pitchFamily="34" charset="0"/>
              </a:rPr>
              <a:t>Entity integrity.</a:t>
            </a:r>
          </a:p>
          <a:p>
            <a:pPr lvl="1" eaLnBrk="1" hangingPunct="1"/>
            <a:r>
              <a:rPr lang="en-US" dirty="0">
                <a:latin typeface="Arial" pitchFamily="34" charset="0"/>
                <a:cs typeface="Arial" pitchFamily="34" charset="0"/>
              </a:rPr>
              <a:t>Referential integrity.</a:t>
            </a:r>
          </a:p>
          <a:p>
            <a:pPr lvl="1" eaLnBrk="1" hangingPunct="1"/>
            <a:r>
              <a:rPr lang="en-US" dirty="0">
                <a:latin typeface="Arial" pitchFamily="34" charset="0"/>
                <a:cs typeface="Arial" pitchFamily="34" charset="0"/>
              </a:rPr>
              <a:t>Enterprise constraints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p:txBody>
          <a:bodyPr vert="horz" wrap="square" lIns="91440" tIns="45720" rIns="91440" bIns="45720" numCol="1" rtlCol="0" anchor="ctr" anchorCtr="0" compatLnSpc="1">
            <a:prstTxWarp prst="textNoShape">
              <a:avLst/>
            </a:prstTxWarp>
            <a:normAutofit/>
          </a:bodyPr>
          <a:lstStyle/>
          <a:p>
            <a:r>
              <a:rPr lang="en-US" sz="3200" dirty="0">
                <a:latin typeface="Arial" pitchFamily="34" charset="0"/>
                <a:cs typeface="Arial" pitchFamily="34" charset="0"/>
              </a:rPr>
              <a:t>Required Data</a:t>
            </a:r>
          </a:p>
        </p:txBody>
      </p:sp>
      <p:sp>
        <p:nvSpPr>
          <p:cNvPr id="10244" name="Rectangle 3"/>
          <p:cNvSpPr>
            <a:spLocks noGrp="1" noChangeArrowheads="1"/>
          </p:cNvSpPr>
          <p:nvPr>
            <p:ph idx="1"/>
          </p:nvPr>
        </p:nvSpPr>
        <p:spPr/>
        <p:txBody>
          <a:bodyPr vert="horz" wrap="square" lIns="91440" tIns="45720" rIns="91440" bIns="45720" numCol="1" rtlCol="0" anchor="t" anchorCtr="0" compatLnSpc="1">
            <a:prstTxWarp prst="textNoShape">
              <a:avLst/>
            </a:prstTxWarp>
            <a:normAutofit/>
          </a:bodyPr>
          <a:lstStyle/>
          <a:p>
            <a:r>
              <a:rPr lang="en-US" sz="2800" dirty="0">
                <a:latin typeface="Arial" pitchFamily="34" charset="0"/>
                <a:cs typeface="Arial" pitchFamily="34" charset="0"/>
              </a:rPr>
              <a:t>Example, every member of staff must have an associated job position (for example, Manager, Assistant, and so on)</a:t>
            </a:r>
          </a:p>
          <a:p>
            <a:endParaRPr lang="en-US" sz="2800" dirty="0">
              <a:latin typeface="Arial" pitchFamily="34" charset="0"/>
              <a:cs typeface="Arial" pitchFamily="34" charset="0"/>
            </a:endParaRPr>
          </a:p>
          <a:p>
            <a:pPr marL="350838" indent="0">
              <a:buNone/>
            </a:pPr>
            <a:r>
              <a:rPr lang="en-US" sz="2800" dirty="0">
                <a:latin typeface="Arial" pitchFamily="34" charset="0"/>
                <a:cs typeface="Arial" pitchFamily="34" charset="0"/>
              </a:rPr>
              <a:t>Alter Table Staff </a:t>
            </a:r>
          </a:p>
          <a:p>
            <a:pPr marL="350838" indent="0">
              <a:buNone/>
            </a:pPr>
            <a:r>
              <a:rPr lang="en-US" sz="2800" dirty="0">
                <a:latin typeface="Arial" pitchFamily="34" charset="0"/>
                <a:cs typeface="Arial" pitchFamily="34" charset="0"/>
              </a:rPr>
              <a:t>	alter column position </a:t>
            </a:r>
            <a:r>
              <a:rPr lang="en-US" sz="2800" dirty="0" err="1">
                <a:latin typeface="Arial" pitchFamily="34" charset="0"/>
                <a:cs typeface="Arial" pitchFamily="34" charset="0"/>
              </a:rPr>
              <a:t>varchar</a:t>
            </a:r>
            <a:r>
              <a:rPr lang="en-US" sz="2800" dirty="0">
                <a:latin typeface="Arial" pitchFamily="34" charset="0"/>
                <a:cs typeface="Arial" pitchFamily="34" charset="0"/>
              </a:rPr>
              <a:t> (50) Not Null</a:t>
            </a:r>
          </a:p>
          <a:p>
            <a:endParaRPr lang="en-US" sz="2800" dirty="0">
              <a:latin typeface="Arial" pitchFamily="34" charset="0"/>
              <a:cs typeface="Arial" pitchFamily="34" charset="0"/>
            </a:endParaRPr>
          </a:p>
          <a:p>
            <a:endParaRPr lang="en-US" sz="2800" dirty="0">
              <a:latin typeface="Arial" pitchFamily="34" charset="0"/>
              <a:cs typeface="Arial"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wrap="square" lIns="91440" tIns="45720" rIns="91440" bIns="45720" numCol="1" rtlCol="0" anchor="ctr" anchorCtr="0" compatLnSpc="1">
            <a:prstTxWarp prst="textNoShape">
              <a:avLst/>
            </a:prstTxWarp>
            <a:normAutofit/>
          </a:bodyPr>
          <a:lstStyle/>
          <a:p>
            <a:r>
              <a:rPr lang="en-US" sz="3200" dirty="0">
                <a:latin typeface="Arial" pitchFamily="34" charset="0"/>
                <a:cs typeface="Arial" pitchFamily="34" charset="0"/>
              </a:rPr>
              <a:t>Domain Constraints</a:t>
            </a:r>
          </a:p>
        </p:txBody>
      </p:sp>
      <p:sp>
        <p:nvSpPr>
          <p:cNvPr id="3" name="Content Placeholder 2"/>
          <p:cNvSpPr>
            <a:spLocks noGrp="1"/>
          </p:cNvSpPr>
          <p:nvPr>
            <p:ph idx="1"/>
          </p:nvPr>
        </p:nvSpPr>
        <p:spPr>
          <a:xfrm>
            <a:off x="1981200" y="1371601"/>
            <a:ext cx="8229600" cy="4754563"/>
          </a:xfrm>
        </p:spPr>
        <p:txBody>
          <a:bodyPr vert="horz" wrap="square" lIns="91440" tIns="45720" rIns="91440" bIns="45720" numCol="1" rtlCol="0" anchor="t" anchorCtr="0" compatLnSpc="1">
            <a:prstTxWarp prst="textNoShape">
              <a:avLst/>
            </a:prstTxWarp>
            <a:normAutofit/>
          </a:bodyPr>
          <a:lstStyle/>
          <a:p>
            <a:pPr>
              <a:buFont typeface="Arial" pitchFamily="34" charset="0"/>
              <a:buNone/>
            </a:pPr>
            <a:endParaRPr lang="en-US" sz="2600" dirty="0">
              <a:latin typeface="Arial" pitchFamily="34" charset="0"/>
              <a:cs typeface="Arial" pitchFamily="34" charset="0"/>
            </a:endParaRPr>
          </a:p>
          <a:p>
            <a:pPr marL="409575" indent="-409575"/>
            <a:r>
              <a:rPr lang="en-US" sz="2600" dirty="0">
                <a:latin typeface="Arial" pitchFamily="34" charset="0"/>
                <a:cs typeface="Arial" pitchFamily="34" charset="0"/>
              </a:rPr>
              <a:t>example, the gender of a member of staff is either ‘M’ or ‘F’, so the domain of the column gender of the Staff table is a single character string consisting of either ‘M’ or ‘F’</a:t>
            </a:r>
          </a:p>
          <a:p>
            <a:pPr marL="60325" indent="-60325">
              <a:buNone/>
            </a:pPr>
            <a:endParaRPr lang="en-US" sz="2600" dirty="0">
              <a:latin typeface="Arial" pitchFamily="34" charset="0"/>
              <a:cs typeface="Arial" pitchFamily="34" charset="0"/>
            </a:endParaRPr>
          </a:p>
          <a:p>
            <a:pPr indent="65088">
              <a:buNone/>
            </a:pPr>
            <a:r>
              <a:rPr lang="en-US" sz="2600" dirty="0">
                <a:latin typeface="Arial" pitchFamily="34" charset="0"/>
                <a:cs typeface="Arial" pitchFamily="34" charset="0"/>
              </a:rPr>
              <a:t>Alter Table Staff WITH NOCHECK </a:t>
            </a:r>
          </a:p>
          <a:p>
            <a:pPr indent="7938">
              <a:buNone/>
            </a:pPr>
            <a:r>
              <a:rPr lang="en-US" sz="2600" dirty="0">
                <a:latin typeface="Arial" pitchFamily="34" charset="0"/>
                <a:cs typeface="Arial" pitchFamily="34" charset="0"/>
              </a:rPr>
              <a:t>ADD CONSTRAINT CK1 check (gender = 'm' OR gender = 'f')</a:t>
            </a:r>
          </a:p>
          <a:p>
            <a:endParaRPr lang="en-US" sz="2600" dirty="0">
              <a:latin typeface="Arial" pitchFamily="34" charset="0"/>
              <a:cs typeface="Arial"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vert="horz" wrap="square" lIns="91440" tIns="45720" rIns="91440" bIns="45720" numCol="1" rtlCol="0" anchor="ctr" anchorCtr="0" compatLnSpc="1">
            <a:prstTxWarp prst="textNoShape">
              <a:avLst/>
            </a:prstTxWarp>
            <a:normAutofit/>
          </a:bodyPr>
          <a:lstStyle/>
          <a:p>
            <a:r>
              <a:rPr lang="en-US" sz="3200" dirty="0">
                <a:latin typeface="Arial" pitchFamily="34" charset="0"/>
                <a:cs typeface="Arial" pitchFamily="34" charset="0"/>
              </a:rPr>
              <a:t>Entity Integrity</a:t>
            </a:r>
          </a:p>
        </p:txBody>
      </p:sp>
      <p:sp>
        <p:nvSpPr>
          <p:cNvPr id="13316" name="Rectangle 3"/>
          <p:cNvSpPr>
            <a:spLocks noGrp="1" noChangeArrowheads="1"/>
          </p:cNvSpPr>
          <p:nvPr>
            <p:ph idx="1"/>
          </p:nvPr>
        </p:nvSpPr>
        <p:spPr>
          <a:xfrm>
            <a:off x="1981200" y="1600200"/>
            <a:ext cx="8229600" cy="4800600"/>
          </a:xfrm>
        </p:spPr>
        <p:txBody>
          <a:bodyPr vert="horz" wrap="square" lIns="91440" tIns="45720" rIns="91440" bIns="45720" numCol="1" rtlCol="0" anchor="t" anchorCtr="0" compatLnSpc="1">
            <a:prstTxWarp prst="textNoShape">
              <a:avLst/>
            </a:prstTxWarp>
            <a:normAutofit/>
          </a:bodyPr>
          <a:lstStyle/>
          <a:p>
            <a:pPr>
              <a:lnSpc>
                <a:spcPct val="90000"/>
              </a:lnSpc>
            </a:pPr>
            <a:r>
              <a:rPr lang="en-US" sz="2600" dirty="0">
                <a:latin typeface="Arial" pitchFamily="34" charset="0"/>
                <a:cs typeface="Arial" pitchFamily="34" charset="0"/>
              </a:rPr>
              <a:t>Primary key of a table must contain a unique, non-null value for each row.</a:t>
            </a:r>
          </a:p>
          <a:p>
            <a:pPr>
              <a:lnSpc>
                <a:spcPct val="90000"/>
              </a:lnSpc>
            </a:pPr>
            <a:endParaRPr lang="en-US" sz="2600" dirty="0">
              <a:latin typeface="Arial" pitchFamily="34" charset="0"/>
              <a:cs typeface="Arial" pitchFamily="34" charset="0"/>
            </a:endParaRPr>
          </a:p>
          <a:p>
            <a:pPr>
              <a:lnSpc>
                <a:spcPct val="90000"/>
              </a:lnSpc>
            </a:pPr>
            <a:r>
              <a:rPr lang="en-US" sz="2600" dirty="0">
                <a:latin typeface="Arial" pitchFamily="34" charset="0"/>
                <a:cs typeface="Arial" pitchFamily="34" charset="0"/>
              </a:rPr>
              <a:t>ISO standard supports FOREIGN KEY clause in CREATE and ALTER TABLE statements:</a:t>
            </a:r>
          </a:p>
          <a:p>
            <a:pPr lvl="1">
              <a:lnSpc>
                <a:spcPct val="0"/>
              </a:lnSpc>
            </a:pPr>
            <a:endParaRPr lang="en-US" sz="2600" dirty="0">
              <a:latin typeface="Arial" pitchFamily="34" charset="0"/>
              <a:cs typeface="Arial" pitchFamily="34" charset="0"/>
            </a:endParaRPr>
          </a:p>
          <a:p>
            <a:pPr lvl="1">
              <a:lnSpc>
                <a:spcPct val="90000"/>
              </a:lnSpc>
              <a:buFont typeface="Arial" pitchFamily="34" charset="0"/>
              <a:buNone/>
            </a:pPr>
            <a:r>
              <a:rPr lang="en-US" sz="2600" dirty="0">
                <a:latin typeface="Arial" pitchFamily="34" charset="0"/>
                <a:cs typeface="Arial" pitchFamily="34" charset="0"/>
              </a:rPr>
              <a:t>	PRIMARY KEY(</a:t>
            </a:r>
            <a:r>
              <a:rPr lang="en-US" sz="2600" dirty="0" err="1">
                <a:latin typeface="Arial" pitchFamily="34" charset="0"/>
                <a:cs typeface="Arial" pitchFamily="34" charset="0"/>
              </a:rPr>
              <a:t>staffNo</a:t>
            </a:r>
            <a:r>
              <a:rPr lang="en-US" sz="2600" dirty="0">
                <a:latin typeface="Arial" pitchFamily="34" charset="0"/>
                <a:cs typeface="Arial" pitchFamily="34" charset="0"/>
              </a:rPr>
              <a:t>)</a:t>
            </a:r>
          </a:p>
          <a:p>
            <a:pPr lvl="1">
              <a:lnSpc>
                <a:spcPct val="90000"/>
              </a:lnSpc>
              <a:buFont typeface="Arial" pitchFamily="34" charset="0"/>
              <a:buNone/>
            </a:pPr>
            <a:r>
              <a:rPr lang="en-US" sz="2600" dirty="0">
                <a:latin typeface="Arial" pitchFamily="34" charset="0"/>
                <a:cs typeface="Arial" pitchFamily="34" charset="0"/>
              </a:rPr>
              <a:t>	PRIMARY KEY(</a:t>
            </a:r>
            <a:r>
              <a:rPr lang="en-US" sz="2600" dirty="0" err="1">
                <a:latin typeface="Arial" pitchFamily="34" charset="0"/>
                <a:cs typeface="Arial" pitchFamily="34" charset="0"/>
              </a:rPr>
              <a:t>clientNo</a:t>
            </a:r>
            <a:r>
              <a:rPr lang="en-US" sz="2600" dirty="0">
                <a:latin typeface="Arial" pitchFamily="34" charset="0"/>
                <a:cs typeface="Arial" pitchFamily="34" charset="0"/>
              </a:rPr>
              <a:t>, </a:t>
            </a:r>
            <a:r>
              <a:rPr lang="en-US" sz="2600" dirty="0" err="1">
                <a:latin typeface="Arial" pitchFamily="34" charset="0"/>
                <a:cs typeface="Arial" pitchFamily="34" charset="0"/>
              </a:rPr>
              <a:t>propertyNo</a:t>
            </a:r>
            <a:r>
              <a:rPr lang="en-US" sz="2600" dirty="0">
                <a:latin typeface="Arial" pitchFamily="34" charset="0"/>
                <a:cs typeface="Arial" pitchFamily="34" charset="0"/>
              </a:rPr>
              <a:t>)</a:t>
            </a:r>
          </a:p>
          <a:p>
            <a:pPr lvl="1">
              <a:lnSpc>
                <a:spcPct val="90000"/>
              </a:lnSpc>
              <a:buFont typeface="Arial" pitchFamily="34" charset="0"/>
              <a:buNone/>
            </a:pPr>
            <a:endParaRPr lang="en-US" sz="2600" dirty="0">
              <a:latin typeface="Arial" pitchFamily="34" charset="0"/>
              <a:cs typeface="Arial" pitchFamily="34" charset="0"/>
            </a:endParaRPr>
          </a:p>
          <a:p>
            <a:pPr lvl="1">
              <a:lnSpc>
                <a:spcPct val="0"/>
              </a:lnSpc>
              <a:buFont typeface="Arial" pitchFamily="34" charset="0"/>
              <a:buNone/>
            </a:pPr>
            <a:endParaRPr lang="en-US" sz="2600" dirty="0">
              <a:latin typeface="Arial" pitchFamily="34" charset="0"/>
              <a:cs typeface="Arial" pitchFamily="34" charset="0"/>
            </a:endParaRPr>
          </a:p>
          <a:p>
            <a:pPr>
              <a:lnSpc>
                <a:spcPct val="90000"/>
              </a:lnSpc>
            </a:pPr>
            <a:r>
              <a:rPr lang="en-US" sz="2600" dirty="0">
                <a:latin typeface="Arial" pitchFamily="34" charset="0"/>
                <a:cs typeface="Arial" pitchFamily="34" charset="0"/>
              </a:rPr>
              <a:t>Can only have one PRIMARY KEY clause per table. Can still ensure uniqueness for alternate keys using </a:t>
            </a:r>
            <a:r>
              <a:rPr lang="en-US" sz="2600">
                <a:latin typeface="Arial" pitchFamily="34" charset="0"/>
                <a:cs typeface="Arial" pitchFamily="34" charset="0"/>
              </a:rPr>
              <a:t>UNIQUE: UNIQUE </a:t>
            </a:r>
            <a:r>
              <a:rPr lang="en-US" sz="2600" dirty="0">
                <a:latin typeface="Arial" pitchFamily="34" charset="0"/>
                <a:cs typeface="Arial" pitchFamily="34" charset="0"/>
              </a:rPr>
              <a:t>(</a:t>
            </a:r>
            <a:r>
              <a:rPr lang="en-US" sz="2600" dirty="0" err="1">
                <a:latin typeface="Arial" pitchFamily="34" charset="0"/>
                <a:cs typeface="Arial" pitchFamily="34" charset="0"/>
              </a:rPr>
              <a:t>telNo</a:t>
            </a:r>
            <a:r>
              <a:rPr lang="en-US" sz="2600" dirty="0">
                <a:latin typeface="Arial" pitchFamily="34" charset="0"/>
                <a:cs typeface="Arial" pitchFamily="34" charset="0"/>
              </a:rPr>
              <a:t>)</a:t>
            </a:r>
          </a:p>
          <a:p>
            <a:pPr>
              <a:lnSpc>
                <a:spcPct val="90000"/>
              </a:lnSpc>
            </a:pPr>
            <a:endParaRPr lang="en-US" sz="2800" dirty="0">
              <a:latin typeface="Arial" pitchFamily="34" charset="0"/>
              <a:cs typeface="Arial"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p:txBody>
          <a:bodyPr vert="horz" wrap="square" lIns="91440" tIns="45720" rIns="91440" bIns="45720" numCol="1" rtlCol="0" anchor="ctr" anchorCtr="0" compatLnSpc="1">
            <a:prstTxWarp prst="textNoShape">
              <a:avLst/>
            </a:prstTxWarp>
            <a:normAutofit/>
          </a:bodyPr>
          <a:lstStyle/>
          <a:p>
            <a:r>
              <a:rPr lang="en-US" sz="3200" dirty="0">
                <a:latin typeface="Arial" pitchFamily="34" charset="0"/>
                <a:cs typeface="Arial" pitchFamily="34" charset="0"/>
              </a:rPr>
              <a:t>Referential Integrity</a:t>
            </a:r>
          </a:p>
        </p:txBody>
      </p:sp>
      <p:sp>
        <p:nvSpPr>
          <p:cNvPr id="14340" name="Rectangle 3"/>
          <p:cNvSpPr>
            <a:spLocks noGrp="1" noChangeArrowheads="1"/>
          </p:cNvSpPr>
          <p:nvPr>
            <p:ph idx="1"/>
          </p:nvPr>
        </p:nvSpPr>
        <p:spPr>
          <a:xfrm>
            <a:off x="1981200" y="1371600"/>
            <a:ext cx="8229600" cy="5105400"/>
          </a:xfrm>
        </p:spPr>
        <p:txBody>
          <a:bodyPr vert="horz" wrap="square" lIns="91440" tIns="45720" rIns="91440" bIns="45720" numCol="1" rtlCol="0" anchor="t" anchorCtr="0" compatLnSpc="1">
            <a:prstTxWarp prst="textNoShape">
              <a:avLst/>
            </a:prstTxWarp>
            <a:noAutofit/>
          </a:bodyPr>
          <a:lstStyle/>
          <a:p>
            <a:pPr>
              <a:lnSpc>
                <a:spcPct val="80000"/>
              </a:lnSpc>
            </a:pPr>
            <a:r>
              <a:rPr lang="en-US" sz="2600" dirty="0">
                <a:latin typeface="Arial" pitchFamily="34" charset="0"/>
                <a:cs typeface="Arial" pitchFamily="34" charset="0"/>
              </a:rPr>
              <a:t>Foreign Key (FK) is column or set of columns that links each row in child table containing foreign FK to row of parent table containing matching Primary Key (PK). </a:t>
            </a:r>
          </a:p>
          <a:p>
            <a:pPr>
              <a:lnSpc>
                <a:spcPct val="80000"/>
              </a:lnSpc>
            </a:pPr>
            <a:endParaRPr lang="en-US" sz="2600" dirty="0">
              <a:latin typeface="Arial" pitchFamily="34" charset="0"/>
              <a:cs typeface="Arial" pitchFamily="34" charset="0"/>
            </a:endParaRPr>
          </a:p>
          <a:p>
            <a:pPr>
              <a:lnSpc>
                <a:spcPct val="80000"/>
              </a:lnSpc>
            </a:pPr>
            <a:r>
              <a:rPr lang="en-US" sz="2600" dirty="0">
                <a:latin typeface="Arial" pitchFamily="34" charset="0"/>
                <a:cs typeface="Arial" pitchFamily="34" charset="0"/>
              </a:rPr>
              <a:t>Referential integrity means that, if FK contains a value, that value must refer to existing row in parent table. </a:t>
            </a:r>
          </a:p>
          <a:p>
            <a:pPr>
              <a:lnSpc>
                <a:spcPct val="80000"/>
              </a:lnSpc>
            </a:pPr>
            <a:endParaRPr lang="en-US" sz="2600" dirty="0">
              <a:latin typeface="Arial" pitchFamily="34" charset="0"/>
              <a:cs typeface="Arial" pitchFamily="34" charset="0"/>
            </a:endParaRPr>
          </a:p>
          <a:p>
            <a:pPr>
              <a:lnSpc>
                <a:spcPct val="80000"/>
              </a:lnSpc>
            </a:pPr>
            <a:r>
              <a:rPr lang="en-US" sz="2600" dirty="0">
                <a:latin typeface="Arial" pitchFamily="34" charset="0"/>
                <a:cs typeface="Arial" pitchFamily="34" charset="0"/>
              </a:rPr>
              <a:t>ISO standard supports definition of FKs with FOREIGN KEY clause in CREATE and ALTER TABLE:</a:t>
            </a:r>
          </a:p>
          <a:p>
            <a:pPr lvl="1">
              <a:lnSpc>
                <a:spcPct val="0"/>
              </a:lnSpc>
            </a:pPr>
            <a:endParaRPr lang="en-US" sz="2600" dirty="0">
              <a:latin typeface="Arial" pitchFamily="34" charset="0"/>
              <a:cs typeface="Arial" pitchFamily="34" charset="0"/>
            </a:endParaRPr>
          </a:p>
          <a:p>
            <a:pPr lvl="1">
              <a:lnSpc>
                <a:spcPct val="80000"/>
              </a:lnSpc>
              <a:buFont typeface="Arial" pitchFamily="34" charset="0"/>
              <a:buNone/>
            </a:pPr>
            <a:r>
              <a:rPr lang="en-US" sz="2600" dirty="0">
                <a:latin typeface="Arial" pitchFamily="34" charset="0"/>
                <a:cs typeface="Arial" pitchFamily="34" charset="0"/>
              </a:rPr>
              <a:t>	FOREIGN KEY(</a:t>
            </a:r>
            <a:r>
              <a:rPr lang="en-US" sz="2600" dirty="0" err="1">
                <a:latin typeface="Arial" pitchFamily="34" charset="0"/>
                <a:cs typeface="Arial" pitchFamily="34" charset="0"/>
              </a:rPr>
              <a:t>branchNo</a:t>
            </a:r>
            <a:r>
              <a:rPr lang="en-US" sz="2600" dirty="0">
                <a:latin typeface="Arial" pitchFamily="34" charset="0"/>
                <a:cs typeface="Arial" pitchFamily="34" charset="0"/>
              </a:rPr>
              <a:t>) REFERENCES Branch (</a:t>
            </a:r>
            <a:r>
              <a:rPr lang="en-US" sz="2600" dirty="0" err="1">
                <a:latin typeface="Arial" pitchFamily="34" charset="0"/>
                <a:cs typeface="Arial" pitchFamily="34" charset="0"/>
              </a:rPr>
              <a:t>branchNo</a:t>
            </a:r>
            <a:r>
              <a:rPr lang="en-US" sz="2600" dirty="0">
                <a:latin typeface="Arial" pitchFamily="34" charset="0"/>
                <a:cs typeface="Arial" pitchFamily="34" charset="0"/>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vert="horz" wrap="square" lIns="91440" tIns="45720" rIns="91440" bIns="45720" numCol="1" rtlCol="0" anchor="ctr" anchorCtr="0" compatLnSpc="1">
            <a:prstTxWarp prst="textNoShape">
              <a:avLst/>
            </a:prstTxWarp>
            <a:normAutofit/>
          </a:bodyPr>
          <a:lstStyle/>
          <a:p>
            <a:r>
              <a:rPr lang="en-US" sz="3200" dirty="0">
                <a:latin typeface="Arial" pitchFamily="34" charset="0"/>
                <a:cs typeface="Arial" pitchFamily="34" charset="0"/>
              </a:rPr>
              <a:t>Referential Integrity</a:t>
            </a:r>
          </a:p>
        </p:txBody>
      </p:sp>
      <p:sp>
        <p:nvSpPr>
          <p:cNvPr id="15364" name="Rectangle 3"/>
          <p:cNvSpPr>
            <a:spLocks noGrp="1" noChangeArrowheads="1"/>
          </p:cNvSpPr>
          <p:nvPr>
            <p:ph idx="1"/>
          </p:nvPr>
        </p:nvSpPr>
        <p:spPr>
          <a:xfrm>
            <a:off x="1981200" y="1295401"/>
            <a:ext cx="8229600" cy="4830763"/>
          </a:xfrm>
        </p:spPr>
        <p:txBody>
          <a:bodyPr vert="horz" wrap="square" lIns="91440" tIns="45720" rIns="91440" bIns="45720" numCol="1" rtlCol="0" anchor="t" anchorCtr="0" compatLnSpc="1">
            <a:prstTxWarp prst="textNoShape">
              <a:avLst/>
            </a:prstTxWarp>
            <a:noAutofit/>
          </a:bodyPr>
          <a:lstStyle/>
          <a:p>
            <a:pPr>
              <a:lnSpc>
                <a:spcPct val="90000"/>
              </a:lnSpc>
            </a:pPr>
            <a:r>
              <a:rPr lang="en-US" sz="2600" dirty="0">
                <a:latin typeface="Arial" pitchFamily="34" charset="0"/>
                <a:cs typeface="Arial" pitchFamily="34" charset="0"/>
              </a:rPr>
              <a:t>Any INSERT/UPDATE that attempts to create FK value in child table without matching candidate key value in parent is rejected. </a:t>
            </a:r>
          </a:p>
          <a:p>
            <a:pPr>
              <a:lnSpc>
                <a:spcPct val="90000"/>
              </a:lnSpc>
            </a:pPr>
            <a:endParaRPr lang="en-US" sz="2600" dirty="0">
              <a:latin typeface="Arial" pitchFamily="34" charset="0"/>
              <a:cs typeface="Arial" pitchFamily="34" charset="0"/>
            </a:endParaRPr>
          </a:p>
          <a:p>
            <a:pPr>
              <a:lnSpc>
                <a:spcPct val="90000"/>
              </a:lnSpc>
            </a:pPr>
            <a:r>
              <a:rPr lang="en-US" sz="2600" dirty="0">
                <a:latin typeface="Arial" pitchFamily="34" charset="0"/>
                <a:cs typeface="Arial" pitchFamily="34" charset="0"/>
              </a:rPr>
              <a:t>Action taken that attempts to update/delete a candidate key value in parent table with matching rows in child is dependent on referential action specified using ON UPDATE and ON DELETE </a:t>
            </a:r>
            <a:r>
              <a:rPr lang="en-US" sz="2600" dirty="0" err="1">
                <a:latin typeface="Arial" pitchFamily="34" charset="0"/>
                <a:cs typeface="Arial" pitchFamily="34" charset="0"/>
              </a:rPr>
              <a:t>subclauses</a:t>
            </a:r>
            <a:r>
              <a:rPr lang="en-US" sz="2600" dirty="0">
                <a:latin typeface="Arial" pitchFamily="34" charset="0"/>
                <a:cs typeface="Arial" pitchFamily="34" charset="0"/>
              </a:rPr>
              <a:t>:</a:t>
            </a:r>
          </a:p>
          <a:p>
            <a:pPr>
              <a:lnSpc>
                <a:spcPct val="30000"/>
              </a:lnSpc>
            </a:pPr>
            <a:endParaRPr lang="en-US" sz="2600" dirty="0">
              <a:latin typeface="Arial" pitchFamily="34" charset="0"/>
              <a:cs typeface="Arial" pitchFamily="34" charset="0"/>
            </a:endParaRPr>
          </a:p>
          <a:p>
            <a:pPr lvl="1">
              <a:lnSpc>
                <a:spcPct val="90000"/>
              </a:lnSpc>
            </a:pPr>
            <a:r>
              <a:rPr lang="en-US" sz="2600" dirty="0">
                <a:latin typeface="Arial" pitchFamily="34" charset="0"/>
                <a:cs typeface="Arial" pitchFamily="34" charset="0"/>
              </a:rPr>
              <a:t>CASCADE			-  SET NULL</a:t>
            </a:r>
          </a:p>
          <a:p>
            <a:pPr lvl="1">
              <a:lnSpc>
                <a:spcPct val="90000"/>
              </a:lnSpc>
            </a:pPr>
            <a:r>
              <a:rPr lang="en-US" sz="2600" dirty="0">
                <a:latin typeface="Arial" pitchFamily="34" charset="0"/>
                <a:cs typeface="Arial" pitchFamily="34" charset="0"/>
              </a:rPr>
              <a:t>SET DEFAULT		-  NO ACTION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p:txBody>
          <a:bodyPr vert="horz" wrap="square" lIns="91440" tIns="45720" rIns="91440" bIns="45720" numCol="1" rtlCol="0" anchor="ctr" anchorCtr="0" compatLnSpc="1">
            <a:prstTxWarp prst="textNoShape">
              <a:avLst/>
            </a:prstTxWarp>
            <a:normAutofit/>
          </a:bodyPr>
          <a:lstStyle/>
          <a:p>
            <a:r>
              <a:rPr lang="en-US" sz="3200" dirty="0">
                <a:latin typeface="Arial" pitchFamily="34" charset="0"/>
                <a:cs typeface="Arial" pitchFamily="34" charset="0"/>
              </a:rPr>
              <a:t>Referential Integrity</a:t>
            </a:r>
          </a:p>
        </p:txBody>
      </p:sp>
      <p:sp>
        <p:nvSpPr>
          <p:cNvPr id="16388" name="Rectangle 3"/>
          <p:cNvSpPr>
            <a:spLocks noGrp="1" noChangeArrowheads="1"/>
          </p:cNvSpPr>
          <p:nvPr>
            <p:ph idx="1"/>
          </p:nvPr>
        </p:nvSpPr>
        <p:spPr>
          <a:xfrm>
            <a:off x="1981200" y="1600201"/>
            <a:ext cx="8382000" cy="4525963"/>
          </a:xfrm>
        </p:spPr>
        <p:txBody>
          <a:bodyPr vert="horz" wrap="square" lIns="91440" tIns="45720" rIns="91440" bIns="45720" numCol="1" rtlCol="0" anchor="t" anchorCtr="0" compatLnSpc="1">
            <a:prstTxWarp prst="textNoShape">
              <a:avLst/>
            </a:prstTxWarp>
            <a:noAutofit/>
          </a:bodyPr>
          <a:lstStyle/>
          <a:p>
            <a:pPr marL="292100" indent="-292100">
              <a:lnSpc>
                <a:spcPct val="80000"/>
              </a:lnSpc>
            </a:pPr>
            <a:r>
              <a:rPr lang="en-US" sz="2600" dirty="0">
                <a:latin typeface="Arial" pitchFamily="34" charset="0"/>
                <a:cs typeface="Arial" pitchFamily="34" charset="0"/>
              </a:rPr>
              <a:t>CASCADE: Delete row from parent and delete matching rows in child, and so on in cascading manner.</a:t>
            </a:r>
          </a:p>
          <a:p>
            <a:pPr marL="1770063" indent="-1770063">
              <a:lnSpc>
                <a:spcPct val="80000"/>
              </a:lnSpc>
              <a:buNone/>
            </a:pPr>
            <a:endParaRPr lang="en-US" sz="2600" dirty="0">
              <a:latin typeface="Arial" pitchFamily="34" charset="0"/>
              <a:cs typeface="Arial" pitchFamily="34" charset="0"/>
            </a:endParaRPr>
          </a:p>
          <a:p>
            <a:pPr marL="292100" indent="-292100">
              <a:lnSpc>
                <a:spcPct val="80000"/>
              </a:lnSpc>
            </a:pPr>
            <a:r>
              <a:rPr lang="en-US" sz="2600" dirty="0">
                <a:latin typeface="Arial" pitchFamily="34" charset="0"/>
                <a:cs typeface="Arial" pitchFamily="34" charset="0"/>
              </a:rPr>
              <a:t>SET NULL: Delete row from parent and set FK column(s) in child to NULL. Only valid if FK columns are NOT NULL.</a:t>
            </a:r>
          </a:p>
          <a:p>
            <a:pPr marL="1770063" indent="-1770063">
              <a:lnSpc>
                <a:spcPct val="80000"/>
              </a:lnSpc>
              <a:buNone/>
            </a:pPr>
            <a:endParaRPr lang="en-US" sz="2600" dirty="0">
              <a:latin typeface="Arial" pitchFamily="34" charset="0"/>
              <a:cs typeface="Arial" pitchFamily="34" charset="0"/>
            </a:endParaRPr>
          </a:p>
          <a:p>
            <a:pPr marL="292100" indent="-292100">
              <a:lnSpc>
                <a:spcPct val="80000"/>
              </a:lnSpc>
            </a:pPr>
            <a:r>
              <a:rPr lang="en-US" sz="2600" dirty="0">
                <a:latin typeface="Arial" pitchFamily="34" charset="0"/>
                <a:cs typeface="Arial" pitchFamily="34" charset="0"/>
              </a:rPr>
              <a:t>SET DEFAULT: Delete row from parent and set each component of FK in child to specified default. Only valid if DEFAULT specified for FK columns</a:t>
            </a:r>
          </a:p>
          <a:p>
            <a:pPr marL="2335213" indent="-2335213">
              <a:lnSpc>
                <a:spcPct val="80000"/>
              </a:lnSpc>
              <a:buNone/>
            </a:pPr>
            <a:endParaRPr lang="en-US" sz="2600" dirty="0">
              <a:latin typeface="Arial" pitchFamily="34" charset="0"/>
              <a:cs typeface="Arial" pitchFamily="34" charset="0"/>
            </a:endParaRPr>
          </a:p>
          <a:p>
            <a:pPr>
              <a:lnSpc>
                <a:spcPct val="80000"/>
              </a:lnSpc>
            </a:pPr>
            <a:r>
              <a:rPr lang="en-US" sz="2600" dirty="0">
                <a:latin typeface="Arial" pitchFamily="34" charset="0"/>
                <a:cs typeface="Arial" pitchFamily="34" charset="0"/>
              </a:rPr>
              <a:t>NO ACTION: Reject delete from parent. Default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vert="horz" wrap="square" lIns="91440" tIns="45720" rIns="91440" bIns="45720" numCol="1" rtlCol="0" anchor="ctr" anchorCtr="0" compatLnSpc="1">
            <a:prstTxWarp prst="textNoShape">
              <a:avLst/>
            </a:prstTxWarp>
            <a:normAutofit/>
          </a:bodyPr>
          <a:lstStyle/>
          <a:p>
            <a:r>
              <a:rPr lang="en-US" sz="3200" dirty="0">
                <a:latin typeface="Arial" pitchFamily="34" charset="0"/>
                <a:cs typeface="Arial" pitchFamily="34" charset="0"/>
              </a:rPr>
              <a:t>Referential Integrity Examples</a:t>
            </a:r>
          </a:p>
        </p:txBody>
      </p:sp>
      <p:sp>
        <p:nvSpPr>
          <p:cNvPr id="17412" name="Rectangle 3"/>
          <p:cNvSpPr>
            <a:spLocks noGrp="1" noChangeArrowheads="1"/>
          </p:cNvSpPr>
          <p:nvPr>
            <p:ph idx="1"/>
          </p:nvPr>
        </p:nvSpPr>
        <p:spPr/>
        <p:txBody>
          <a:bodyPr vert="horz" wrap="square" lIns="91440" tIns="45720" rIns="91440" bIns="45720" numCol="1" rtlCol="0" anchor="t" anchorCtr="0" compatLnSpc="1">
            <a:prstTxWarp prst="textNoShape">
              <a:avLst/>
            </a:prstTxWarp>
            <a:noAutofit/>
          </a:bodyPr>
          <a:lstStyle/>
          <a:p>
            <a:pPr>
              <a:lnSpc>
                <a:spcPct val="80000"/>
              </a:lnSpc>
              <a:buNone/>
            </a:pPr>
            <a:r>
              <a:rPr lang="en-US" sz="2600" dirty="0">
                <a:latin typeface="Arial" pitchFamily="34" charset="0"/>
                <a:cs typeface="Arial" pitchFamily="34" charset="0"/>
              </a:rPr>
              <a:t>FOREIGN KEY (staffNo) REFERENCES Staff  ON DELETE SET NULL</a:t>
            </a:r>
          </a:p>
          <a:p>
            <a:pPr marL="342900" lvl="1" indent="-342900">
              <a:lnSpc>
                <a:spcPct val="80000"/>
              </a:lnSpc>
              <a:buNone/>
            </a:pPr>
            <a:endParaRPr lang="en-US" sz="2600" dirty="0">
              <a:latin typeface="Arial" pitchFamily="34" charset="0"/>
              <a:cs typeface="Arial" pitchFamily="34" charset="0"/>
            </a:endParaRPr>
          </a:p>
          <a:p>
            <a:pPr>
              <a:lnSpc>
                <a:spcPct val="80000"/>
              </a:lnSpc>
              <a:buNone/>
            </a:pPr>
            <a:r>
              <a:rPr lang="en-US" sz="2600" dirty="0">
                <a:latin typeface="Arial" pitchFamily="34" charset="0"/>
                <a:cs typeface="Arial" pitchFamily="34" charset="0"/>
              </a:rPr>
              <a:t>FOREIGN KEY (ownerNo) REFERENCES Owner  ON UPDATE CASCADE</a:t>
            </a:r>
          </a:p>
          <a:p>
            <a:pPr>
              <a:lnSpc>
                <a:spcPct val="80000"/>
              </a:lnSpc>
              <a:buNone/>
            </a:pPr>
            <a:endParaRPr lang="en-US" sz="2600" dirty="0">
              <a:latin typeface="Arial" pitchFamily="34" charset="0"/>
              <a:cs typeface="Arial"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vert="horz" wrap="square" lIns="91440" tIns="45720" rIns="91440" bIns="45720" numCol="1" rtlCol="0" anchor="ctr" anchorCtr="0" compatLnSpc="1">
            <a:prstTxWarp prst="textNoShape">
              <a:avLst/>
            </a:prstTxWarp>
            <a:normAutofit/>
          </a:bodyPr>
          <a:lstStyle/>
          <a:p>
            <a:r>
              <a:rPr lang="en-US" sz="3200" dirty="0">
                <a:latin typeface="Arial" pitchFamily="34" charset="0"/>
                <a:cs typeface="Arial" pitchFamily="34" charset="0"/>
              </a:rPr>
              <a:t>Enterprise Constraints “Business rules”</a:t>
            </a:r>
          </a:p>
        </p:txBody>
      </p:sp>
      <p:sp>
        <p:nvSpPr>
          <p:cNvPr id="18436" name="Rectangle 3"/>
          <p:cNvSpPr>
            <a:spLocks noGrp="1" noChangeArrowheads="1"/>
          </p:cNvSpPr>
          <p:nvPr>
            <p:ph idx="1"/>
          </p:nvPr>
        </p:nvSpPr>
        <p:spPr/>
        <p:txBody>
          <a:bodyPr vert="horz" wrap="square" lIns="91440" tIns="45720" rIns="91440" bIns="45720" numCol="1" rtlCol="0" anchor="t" anchorCtr="0" compatLnSpc="1">
            <a:prstTxWarp prst="textNoShape">
              <a:avLst/>
            </a:prstTxWarp>
            <a:noAutofit/>
          </a:bodyPr>
          <a:lstStyle/>
          <a:p>
            <a:pPr>
              <a:lnSpc>
                <a:spcPct val="80000"/>
              </a:lnSpc>
            </a:pPr>
            <a:r>
              <a:rPr lang="en-US" sz="2600" dirty="0">
                <a:latin typeface="Arial" pitchFamily="34" charset="0"/>
                <a:cs typeface="Arial" pitchFamily="34" charset="0"/>
              </a:rPr>
              <a:t>Can be applied using triggers</a:t>
            </a:r>
          </a:p>
          <a:p>
            <a:pPr>
              <a:lnSpc>
                <a:spcPct val="80000"/>
              </a:lnSpc>
            </a:pPr>
            <a:endParaRPr lang="en-US" sz="2600" dirty="0">
              <a:latin typeface="Arial" pitchFamily="34" charset="0"/>
              <a:cs typeface="Arial" pitchFamily="34" charset="0"/>
            </a:endParaRPr>
          </a:p>
          <a:p>
            <a:pPr>
              <a:lnSpc>
                <a:spcPct val="80000"/>
              </a:lnSpc>
            </a:pPr>
            <a:r>
              <a:rPr lang="en-US" sz="2600" dirty="0" err="1">
                <a:latin typeface="Arial" pitchFamily="34" charset="0"/>
                <a:cs typeface="Arial" pitchFamily="34" charset="0"/>
              </a:rPr>
              <a:t>DreamHome</a:t>
            </a:r>
            <a:r>
              <a:rPr lang="en-US" sz="2600" dirty="0">
                <a:latin typeface="Arial" pitchFamily="34" charset="0"/>
                <a:cs typeface="Arial" pitchFamily="34" charset="0"/>
              </a:rPr>
              <a:t> may have a rule that prevents a member of staff from managing more than 100 properties at the same time. </a:t>
            </a:r>
          </a:p>
          <a:p>
            <a:pPr>
              <a:lnSpc>
                <a:spcPct val="80000"/>
              </a:lnSpc>
            </a:pPr>
            <a:endParaRPr lang="en-US" sz="2600" dirty="0">
              <a:latin typeface="Arial" pitchFamily="34" charset="0"/>
              <a:cs typeface="Arial" pitchFamily="34" charset="0"/>
            </a:endParaRPr>
          </a:p>
          <a:p>
            <a:pPr>
              <a:lnSpc>
                <a:spcPct val="80000"/>
              </a:lnSpc>
            </a:pPr>
            <a:r>
              <a:rPr lang="en-US" sz="2600" dirty="0" err="1">
                <a:latin typeface="Arial" pitchFamily="34" charset="0"/>
                <a:cs typeface="Arial" pitchFamily="34" charset="0"/>
              </a:rPr>
              <a:t>DreamHome</a:t>
            </a:r>
            <a:r>
              <a:rPr lang="en-US" sz="2600" dirty="0">
                <a:latin typeface="Arial" pitchFamily="34" charset="0"/>
                <a:cs typeface="Arial" pitchFamily="34" charset="0"/>
              </a:rPr>
              <a:t> may have a rule that If job position is manager the salary must not exceed 30000</a:t>
            </a:r>
          </a:p>
          <a:p>
            <a:pPr>
              <a:lnSpc>
                <a:spcPct val="80000"/>
              </a:lnSpc>
            </a:pPr>
            <a:endParaRPr lang="en-US" sz="2600" dirty="0">
              <a:latin typeface="Arial" pitchFamily="34" charset="0"/>
              <a:cs typeface="Arial" pitchFamily="34" charset="0"/>
            </a:endParaRPr>
          </a:p>
          <a:p>
            <a:pPr>
              <a:lnSpc>
                <a:spcPct val="80000"/>
              </a:lnSpc>
            </a:pPr>
            <a:endParaRPr lang="en-US" sz="2600" dirty="0">
              <a:latin typeface="Arial" pitchFamily="34" charset="0"/>
              <a:cs typeface="Arial" pitchFamily="34" charset="0"/>
            </a:endParaRPr>
          </a:p>
          <a:p>
            <a:pPr>
              <a:lnSpc>
                <a:spcPct val="80000"/>
              </a:lnSpc>
            </a:pPr>
            <a:endParaRPr lang="en-US" sz="2600" dirty="0">
              <a:latin typeface="Arial" pitchFamily="34" charset="0"/>
              <a:cs typeface="Arial"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2266315" y="213361"/>
            <a:ext cx="7391400" cy="841375"/>
          </a:xfrm>
          <a:noFill/>
        </p:spPr>
        <p:txBody>
          <a:bodyPr/>
          <a:lstStyle/>
          <a:p>
            <a:r>
              <a:rPr lang="en-GB" dirty="0"/>
              <a:t>What </a:t>
            </a:r>
            <a:r>
              <a:rPr lang="en-GB" dirty="0" err="1"/>
              <a:t>areTriggers</a:t>
            </a:r>
            <a:r>
              <a:rPr lang="en-GB" dirty="0"/>
              <a:t>?</a:t>
            </a:r>
            <a:endParaRPr lang="en-US" dirty="0"/>
          </a:p>
        </p:txBody>
      </p:sp>
      <p:sp>
        <p:nvSpPr>
          <p:cNvPr id="6147" name="Rectangle 3"/>
          <p:cNvSpPr>
            <a:spLocks noGrp="1" noChangeArrowheads="1"/>
          </p:cNvSpPr>
          <p:nvPr>
            <p:ph idx="1"/>
          </p:nvPr>
        </p:nvSpPr>
        <p:spPr>
          <a:xfrm>
            <a:off x="2073275" y="1247459"/>
            <a:ext cx="7905750" cy="4694237"/>
          </a:xfrm>
        </p:spPr>
        <p:txBody>
          <a:bodyPr/>
          <a:lstStyle/>
          <a:p>
            <a:r>
              <a:rPr lang="en-MY" sz="2200" dirty="0"/>
              <a:t>Triggers are a powerful tool that enables you to enforce domain, entity, referential data integrity and </a:t>
            </a:r>
            <a:r>
              <a:rPr lang="en-US" sz="2200" dirty="0"/>
              <a:t>enterprise constraints or ‘Business rules’</a:t>
            </a:r>
            <a:r>
              <a:rPr lang="en-MY" sz="2200" dirty="0"/>
              <a:t>.</a:t>
            </a:r>
            <a:r>
              <a:rPr lang="en-US" sz="2200" dirty="0"/>
              <a:t> </a:t>
            </a:r>
          </a:p>
          <a:p>
            <a:endParaRPr lang="en-US" sz="2200" dirty="0"/>
          </a:p>
          <a:p>
            <a:r>
              <a:rPr lang="en-MY" sz="2200" dirty="0"/>
              <a:t>A trigger is a special kind of</a:t>
            </a:r>
            <a:r>
              <a:rPr lang="en-US" sz="2200" dirty="0"/>
              <a:t> stored procedures.</a:t>
            </a:r>
          </a:p>
          <a:p>
            <a:endParaRPr lang="en-US" sz="2200" dirty="0"/>
          </a:p>
          <a:p>
            <a:r>
              <a:rPr lang="en-US" sz="2200" dirty="0"/>
              <a:t>Three categories of triggers: Data Manipulation Language (DML) triggers, Data Definition Language (DDL) triggers, and logon triggers.</a:t>
            </a:r>
          </a:p>
          <a:p>
            <a:endParaRPr lang="en-US" sz="2200" dirty="0"/>
          </a:p>
          <a:p>
            <a:r>
              <a:rPr lang="en-US" sz="2200" dirty="0"/>
              <a:t>Data Manipulation Language (DML) triggers can’t be called directly. Instead, they are configured on individual tables or views and respond to the following DML commands:  INSERT, UPDATE, or DELETE statements.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58415" y="167958"/>
            <a:ext cx="7042150" cy="1143000"/>
          </a:xfrm>
        </p:spPr>
        <p:txBody>
          <a:bodyPr/>
          <a:lstStyle/>
          <a:p>
            <a:r>
              <a:rPr lang="en-US" dirty="0"/>
              <a:t>Insert, Update, Delete</a:t>
            </a:r>
          </a:p>
        </p:txBody>
      </p:sp>
      <p:sp>
        <p:nvSpPr>
          <p:cNvPr id="3" name="Content Placeholder 2"/>
          <p:cNvSpPr>
            <a:spLocks noGrp="1"/>
          </p:cNvSpPr>
          <p:nvPr>
            <p:ph idx="1"/>
          </p:nvPr>
        </p:nvSpPr>
        <p:spPr>
          <a:xfrm>
            <a:off x="1691641" y="1514158"/>
            <a:ext cx="8884919" cy="4525962"/>
          </a:xfrm>
        </p:spPr>
        <p:txBody>
          <a:bodyPr/>
          <a:lstStyle/>
          <a:p>
            <a:r>
              <a:rPr lang="en-US" sz="2200" b="1" dirty="0"/>
              <a:t>INSERT: </a:t>
            </a:r>
            <a:r>
              <a:rPr lang="en-US" sz="2200" dirty="0"/>
              <a:t>When an INSERT command is executed on a table, an INSERT trigger on the table fires. For example, when an order is placed (inserting data into the Orders table), you might like to update the on-hand inventory column in the Products table.  </a:t>
            </a:r>
          </a:p>
          <a:p>
            <a:endParaRPr lang="en-US" sz="2200" dirty="0"/>
          </a:p>
          <a:p>
            <a:r>
              <a:rPr lang="en-US" sz="2200" b="1" dirty="0"/>
              <a:t>UPDATE: </a:t>
            </a:r>
            <a:r>
              <a:rPr lang="en-US" sz="2200" dirty="0"/>
              <a:t>When an UPDATE command is executed on a table, an UPDATE trigger on the table fires. For example, management might want to know if anyone ever modifies data (such as the Salary column) in the Employees table. </a:t>
            </a:r>
          </a:p>
          <a:p>
            <a:endParaRPr lang="en-US" sz="2200" dirty="0"/>
          </a:p>
          <a:p>
            <a:r>
              <a:rPr lang="en-US" sz="2200" b="1" dirty="0"/>
              <a:t>DELETE: </a:t>
            </a:r>
            <a:r>
              <a:rPr lang="en-US" sz="2200" dirty="0"/>
              <a:t>When a DELETE command is executed on a table, a DELETE trigger on the table fires. For example, the company you work at might not want to ever delete a customer from the Customers table. Instead, customers should be marked as inactive.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77415" y="274638"/>
            <a:ext cx="7042150" cy="1143000"/>
          </a:xfrm>
        </p:spPr>
        <p:txBody>
          <a:bodyPr/>
          <a:lstStyle/>
          <a:p>
            <a:r>
              <a:rPr lang="en-US" dirty="0"/>
              <a:t>After trigger</a:t>
            </a:r>
          </a:p>
        </p:txBody>
      </p:sp>
      <p:sp>
        <p:nvSpPr>
          <p:cNvPr id="3" name="Content Placeholder 2"/>
          <p:cNvSpPr>
            <a:spLocks noGrp="1"/>
          </p:cNvSpPr>
          <p:nvPr>
            <p:ph idx="1"/>
          </p:nvPr>
        </p:nvSpPr>
        <p:spPr>
          <a:xfrm>
            <a:off x="1889443" y="1453198"/>
            <a:ext cx="8656637" cy="4525962"/>
          </a:xfrm>
        </p:spPr>
        <p:txBody>
          <a:bodyPr/>
          <a:lstStyle/>
          <a:p>
            <a:r>
              <a:rPr lang="en-US" sz="2400" dirty="0"/>
              <a:t>DML triggers can be programmed to perform either </a:t>
            </a:r>
            <a:r>
              <a:rPr lang="en-US" sz="2400" b="1" dirty="0"/>
              <a:t>after</a:t>
            </a:r>
            <a:r>
              <a:rPr lang="en-US" sz="2400" dirty="0"/>
              <a:t> the data modification or </a:t>
            </a:r>
            <a:r>
              <a:rPr lang="en-US" sz="2400" b="1" dirty="0"/>
              <a:t>instead of </a:t>
            </a:r>
            <a:r>
              <a:rPr lang="en-US" sz="2400" dirty="0"/>
              <a:t>the data modification. When a trigger is created, one of these choices is specified:</a:t>
            </a:r>
          </a:p>
          <a:p>
            <a:endParaRPr lang="en-US" sz="2400" dirty="0"/>
          </a:p>
          <a:p>
            <a:r>
              <a:rPr lang="en-US" sz="2400" dirty="0"/>
              <a:t>AFTER: An AFTER trigger fires after the data modification. In other words, the data modification occurs, and then the trigger fires in response to the data modification. Therefore, an after trigger that rolls back a data modification becomes an expensive operation because the data is changed twice when it shouldn’t be changed at all.</a:t>
            </a:r>
          </a:p>
          <a:p>
            <a:endParaRPr lang="en-US" sz="2400" dirty="0"/>
          </a:p>
          <a:p>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Instead of trigger</a:t>
            </a:r>
          </a:p>
        </p:txBody>
      </p:sp>
      <p:sp>
        <p:nvSpPr>
          <p:cNvPr id="3" name="Content Placeholder 2"/>
          <p:cNvSpPr>
            <a:spLocks noGrp="1"/>
          </p:cNvSpPr>
          <p:nvPr>
            <p:ph idx="1"/>
          </p:nvPr>
        </p:nvSpPr>
        <p:spPr>
          <a:noFill/>
          <a:ln w="9525">
            <a:noFill/>
            <a:miter lim="800000"/>
            <a:headEnd/>
            <a:tailEnd/>
          </a:ln>
          <a:effectLst/>
        </p:spPr>
        <p:txBody>
          <a:bodyPr vert="horz" wrap="square" lIns="91440" tIns="45720" rIns="91440" bIns="45720" numCol="1" anchor="t" anchorCtr="0" compatLnSpc="1">
            <a:prstTxWarp prst="textNoShape">
              <a:avLst/>
            </a:prstTxWarp>
          </a:bodyPr>
          <a:lstStyle/>
          <a:p>
            <a:r>
              <a:rPr lang="en-US" sz="2400" dirty="0"/>
              <a:t>INSTEAD OF: An INSTEAD OF trigger fires before the data modification. In other words, the data modification is prevented from occurring, and instead, the trigger is executed.</a:t>
            </a:r>
          </a:p>
          <a:p>
            <a:endParaRPr lang="en-US" sz="2400" dirty="0"/>
          </a:p>
          <a:p>
            <a:r>
              <a:rPr lang="en-US" sz="2400" dirty="0"/>
              <a:t>INSTEAD OF triggers are commonly created on updateable views. </a:t>
            </a:r>
          </a:p>
          <a:p>
            <a:endParaRPr lang="en-US" sz="2400" dirty="0"/>
          </a:p>
          <a:p>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53615" y="274638"/>
            <a:ext cx="7042150" cy="1143000"/>
          </a:xfrm>
        </p:spPr>
        <p:txBody>
          <a:bodyPr/>
          <a:lstStyle/>
          <a:p>
            <a:r>
              <a:rPr lang="en-US" dirty="0"/>
              <a:t>Inserted and Deleted tables</a:t>
            </a:r>
          </a:p>
        </p:txBody>
      </p:sp>
      <p:sp>
        <p:nvSpPr>
          <p:cNvPr id="3" name="Content Placeholder 2"/>
          <p:cNvSpPr>
            <a:spLocks noGrp="1"/>
          </p:cNvSpPr>
          <p:nvPr>
            <p:ph idx="1"/>
          </p:nvPr>
        </p:nvSpPr>
        <p:spPr/>
        <p:txBody>
          <a:bodyPr/>
          <a:lstStyle/>
          <a:p>
            <a:r>
              <a:rPr lang="en-US" sz="2800" dirty="0"/>
              <a:t>Triggers use two special tables that are only accessible to triggers. The data in these tables is available immediately after an INSERT, UPDATE or DELETE statement.</a:t>
            </a:r>
          </a:p>
          <a:p>
            <a:endParaRPr lang="en-US" sz="2800" dirty="0"/>
          </a:p>
          <a:p>
            <a:r>
              <a:rPr lang="en-US" sz="2800" dirty="0"/>
              <a:t>Inserted table: The inserted table holds data from the last INSERT or UPDATE statement.</a:t>
            </a:r>
          </a:p>
          <a:p>
            <a:endParaRPr lang="en-US" sz="2800" dirty="0"/>
          </a:p>
          <a:p>
            <a:r>
              <a:rPr lang="en-US" sz="2800" dirty="0"/>
              <a:t>Deleted table: The deleted table holds data from the last DELETE or UPDATE statement.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90776" y="274638"/>
            <a:ext cx="6737985" cy="1143000"/>
          </a:xfrm>
        </p:spPr>
        <p:txBody>
          <a:bodyPr/>
          <a:lstStyle/>
          <a:p>
            <a:r>
              <a:rPr lang="en-US" dirty="0"/>
              <a:t>Insert Operation</a:t>
            </a:r>
          </a:p>
        </p:txBody>
      </p:sp>
      <p:sp>
        <p:nvSpPr>
          <p:cNvPr id="3" name="Content Placeholder 2"/>
          <p:cNvSpPr>
            <a:spLocks noGrp="1"/>
          </p:cNvSpPr>
          <p:nvPr>
            <p:ph idx="1"/>
          </p:nvPr>
        </p:nvSpPr>
        <p:spPr>
          <a:xfrm>
            <a:off x="2224391" y="4766553"/>
            <a:ext cx="8036027" cy="1339715"/>
          </a:xfrm>
        </p:spPr>
        <p:txBody>
          <a:bodyPr/>
          <a:lstStyle/>
          <a:p>
            <a:r>
              <a:rPr lang="en-US" dirty="0"/>
              <a:t>If one or more rows are added with an INSERT statement, the row(s) are held in the inserted table.</a:t>
            </a:r>
          </a:p>
        </p:txBody>
      </p:sp>
      <p:pic>
        <p:nvPicPr>
          <p:cNvPr id="1026" name="Picture 2" descr="C:\Users\abdallah\Desktop\insert operation.jpg"/>
          <p:cNvPicPr>
            <a:picLocks noChangeAspect="1" noChangeArrowheads="1"/>
          </p:cNvPicPr>
          <p:nvPr/>
        </p:nvPicPr>
        <p:blipFill>
          <a:blip r:embed="rId3" cstate="print"/>
          <a:srcRect/>
          <a:stretch>
            <a:fillRect/>
          </a:stretch>
        </p:blipFill>
        <p:spPr bwMode="auto">
          <a:xfrm>
            <a:off x="2610533" y="1704299"/>
            <a:ext cx="5824964" cy="2828790"/>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92655" y="274638"/>
            <a:ext cx="7042150" cy="1143000"/>
          </a:xfrm>
        </p:spPr>
        <p:txBody>
          <a:bodyPr/>
          <a:lstStyle/>
          <a:p>
            <a:r>
              <a:rPr lang="en-US" dirty="0"/>
              <a:t>Delete Operation</a:t>
            </a:r>
          </a:p>
        </p:txBody>
      </p:sp>
      <p:sp>
        <p:nvSpPr>
          <p:cNvPr id="3" name="Content Placeholder 2"/>
          <p:cNvSpPr>
            <a:spLocks noGrp="1"/>
          </p:cNvSpPr>
          <p:nvPr>
            <p:ph idx="1"/>
          </p:nvPr>
        </p:nvSpPr>
        <p:spPr>
          <a:xfrm>
            <a:off x="2011363" y="4983480"/>
            <a:ext cx="8229600" cy="1239520"/>
          </a:xfrm>
        </p:spPr>
        <p:txBody>
          <a:bodyPr/>
          <a:lstStyle/>
          <a:p>
            <a:r>
              <a:rPr lang="en-US" dirty="0"/>
              <a:t> If one or more rows are deleted with a DELETE statement, the row(s) are held in the deleted table.</a:t>
            </a:r>
          </a:p>
          <a:p>
            <a:endParaRPr lang="en-US" dirty="0"/>
          </a:p>
        </p:txBody>
      </p:sp>
      <p:pic>
        <p:nvPicPr>
          <p:cNvPr id="2050" name="Picture 2" descr="C:\Users\abdallah\Desktop\Delete operation.jpg"/>
          <p:cNvPicPr>
            <a:picLocks noChangeAspect="1" noChangeArrowheads="1"/>
          </p:cNvPicPr>
          <p:nvPr/>
        </p:nvPicPr>
        <p:blipFill>
          <a:blip r:embed="rId2" cstate="print"/>
          <a:srcRect/>
          <a:stretch>
            <a:fillRect/>
          </a:stretch>
        </p:blipFill>
        <p:spPr bwMode="auto">
          <a:xfrm>
            <a:off x="2630488" y="1740218"/>
            <a:ext cx="6563828" cy="2664142"/>
          </a:xfrm>
          <a:prstGeom prst="rect">
            <a:avLst/>
          </a:prstGeo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34698" y="223839"/>
            <a:ext cx="6575432" cy="1143000"/>
          </a:xfrm>
        </p:spPr>
        <p:txBody>
          <a:bodyPr/>
          <a:lstStyle/>
          <a:p>
            <a:r>
              <a:rPr lang="en-US" dirty="0"/>
              <a:t>Update Operation</a:t>
            </a:r>
          </a:p>
        </p:txBody>
      </p:sp>
      <p:sp>
        <p:nvSpPr>
          <p:cNvPr id="3" name="Content Placeholder 2"/>
          <p:cNvSpPr>
            <a:spLocks noGrp="1"/>
          </p:cNvSpPr>
          <p:nvPr>
            <p:ph idx="1"/>
          </p:nvPr>
        </p:nvSpPr>
        <p:spPr>
          <a:xfrm>
            <a:off x="1996440" y="4710850"/>
            <a:ext cx="8671560" cy="1056640"/>
          </a:xfrm>
        </p:spPr>
        <p:txBody>
          <a:bodyPr/>
          <a:lstStyle/>
          <a:p>
            <a:r>
              <a:rPr lang="en-US" sz="2800" dirty="0"/>
              <a:t>When an UPDATE statement is executed, the database engine actually deletes the existing row (and holds it in the deleted table) and then adds a new row (and holds it in the inserted table). </a:t>
            </a:r>
          </a:p>
        </p:txBody>
      </p:sp>
      <p:pic>
        <p:nvPicPr>
          <p:cNvPr id="3074" name="Picture 2" descr="C:\Users\abdallah\Desktop\update operation.jpg"/>
          <p:cNvPicPr>
            <a:picLocks noChangeAspect="1" noChangeArrowheads="1"/>
          </p:cNvPicPr>
          <p:nvPr/>
        </p:nvPicPr>
        <p:blipFill>
          <a:blip r:embed="rId3" cstate="print"/>
          <a:srcRect/>
          <a:stretch>
            <a:fillRect/>
          </a:stretch>
        </p:blipFill>
        <p:spPr bwMode="auto">
          <a:xfrm>
            <a:off x="2560323" y="1467594"/>
            <a:ext cx="6934200" cy="3088817"/>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29815" y="274638"/>
            <a:ext cx="7042150" cy="1143000"/>
          </a:xfrm>
        </p:spPr>
        <p:txBody>
          <a:bodyPr/>
          <a:lstStyle/>
          <a:p>
            <a:r>
              <a:rPr lang="en-GB" dirty="0"/>
              <a:t>When DML triggers are used?</a:t>
            </a:r>
            <a:br>
              <a:rPr lang="en-GB" dirty="0"/>
            </a:br>
            <a:endParaRPr lang="en-US" dirty="0"/>
          </a:p>
        </p:txBody>
      </p:sp>
      <p:sp>
        <p:nvSpPr>
          <p:cNvPr id="3" name="Content Placeholder 2"/>
          <p:cNvSpPr>
            <a:spLocks noGrp="1"/>
          </p:cNvSpPr>
          <p:nvPr>
            <p:ph idx="1"/>
          </p:nvPr>
        </p:nvSpPr>
        <p:spPr>
          <a:xfrm>
            <a:off x="2011363" y="1316038"/>
            <a:ext cx="8229600" cy="4525962"/>
          </a:xfrm>
        </p:spPr>
        <p:txBody>
          <a:bodyPr/>
          <a:lstStyle/>
          <a:p>
            <a:r>
              <a:rPr lang="en-US" sz="2800" dirty="0"/>
              <a:t>Make changes to other columns (in the same table or other tables within the database) in response to a data modification.</a:t>
            </a:r>
          </a:p>
          <a:p>
            <a:endParaRPr lang="en-US" sz="2800" dirty="0"/>
          </a:p>
          <a:p>
            <a:r>
              <a:rPr lang="en-US" sz="2800" dirty="0"/>
              <a:t>Perform auditing by recording who made a data modification and when.</a:t>
            </a:r>
          </a:p>
          <a:p>
            <a:endParaRPr lang="en-US" sz="2800" dirty="0"/>
          </a:p>
          <a:p>
            <a:r>
              <a:rPr lang="en-US" sz="2800" dirty="0"/>
              <a:t>Roll back or undo data modifications.</a:t>
            </a:r>
          </a:p>
          <a:p>
            <a:pPr>
              <a:buNone/>
            </a:pPr>
            <a:endParaRPr lang="en-US" sz="2800" dirty="0"/>
          </a:p>
          <a:p>
            <a:r>
              <a:rPr lang="en-US" sz="2800" dirty="0"/>
              <a:t>Provide specialized error messages.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p:cNvSpPr>
            <a:spLocks noGrp="1" noChangeArrowheads="1"/>
          </p:cNvSpPr>
          <p:nvPr>
            <p:ph type="title"/>
          </p:nvPr>
        </p:nvSpPr>
        <p:spPr/>
        <p:txBody>
          <a:bodyPr/>
          <a:lstStyle/>
          <a:p>
            <a:r>
              <a:rPr lang="en-US" altLang="en-US"/>
              <a:t>Some </a:t>
            </a:r>
            <a:r>
              <a:rPr lang="en-MY"/>
              <a:t>facts about triggers</a:t>
            </a:r>
            <a:endParaRPr lang="en-US" altLang="en-US"/>
          </a:p>
        </p:txBody>
      </p:sp>
      <p:sp>
        <p:nvSpPr>
          <p:cNvPr id="7171" name="Rectangle 5"/>
          <p:cNvSpPr>
            <a:spLocks noGrp="1" noChangeArrowheads="1"/>
          </p:cNvSpPr>
          <p:nvPr>
            <p:ph idx="1"/>
          </p:nvPr>
        </p:nvSpPr>
        <p:spPr>
          <a:xfrm>
            <a:off x="1943631" y="1375312"/>
            <a:ext cx="8229600" cy="4802187"/>
          </a:xfrm>
        </p:spPr>
        <p:txBody>
          <a:bodyPr/>
          <a:lstStyle/>
          <a:p>
            <a:pPr algn="just"/>
            <a:r>
              <a:rPr lang="en-MY" sz="2200" dirty="0"/>
              <a:t>CHECK constraints can reference only the columns on which the column-level or table-level constraint is defined, any cross-table constraints (business rules) must be defined as triggers.</a:t>
            </a:r>
          </a:p>
          <a:p>
            <a:pPr algn="just"/>
            <a:endParaRPr lang="en-MY" sz="2200" dirty="0"/>
          </a:p>
          <a:p>
            <a:pPr algn="just"/>
            <a:r>
              <a:rPr lang="en-MY" sz="2200" dirty="0"/>
              <a:t>Triggers can use to enforce complex business logic that is difficult or impossible to enforce by using other data integrity mechanisms.</a:t>
            </a:r>
          </a:p>
          <a:p>
            <a:pPr algn="just"/>
            <a:endParaRPr lang="en-MY" sz="2200" dirty="0"/>
          </a:p>
          <a:p>
            <a:pPr algn="just"/>
            <a:r>
              <a:rPr lang="en-MY" sz="2200" dirty="0"/>
              <a:t>Triggers can cascade changes through related tables in the database.</a:t>
            </a:r>
          </a:p>
          <a:p>
            <a:pPr algn="just"/>
            <a:endParaRPr lang="en-MY" sz="2200" dirty="0"/>
          </a:p>
          <a:p>
            <a:r>
              <a:rPr lang="en-MY" sz="2200" dirty="0"/>
              <a:t>Triggers can evaluate the state of a table before and after a data modification and take actions based on that difference.</a:t>
            </a:r>
          </a:p>
          <a:p>
            <a:pPr algn="just"/>
            <a:endParaRPr lang="en-MY" sz="2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114551" y="338139"/>
            <a:ext cx="7604125" cy="841375"/>
          </a:xfrm>
          <a:noFill/>
        </p:spPr>
        <p:txBody>
          <a:bodyPr/>
          <a:lstStyle/>
          <a:p>
            <a:r>
              <a:rPr lang="en-GB"/>
              <a:t>Syntax for Creating </a:t>
            </a:r>
            <a:r>
              <a:rPr lang="en-MY"/>
              <a:t>triggers</a:t>
            </a:r>
            <a:endParaRPr lang="en-US"/>
          </a:p>
        </p:txBody>
      </p:sp>
      <p:sp>
        <p:nvSpPr>
          <p:cNvPr id="8195" name="Rectangle 3"/>
          <p:cNvSpPr>
            <a:spLocks noGrp="1" noChangeArrowheads="1"/>
          </p:cNvSpPr>
          <p:nvPr>
            <p:ph idx="1"/>
          </p:nvPr>
        </p:nvSpPr>
        <p:spPr>
          <a:xfrm>
            <a:off x="2538414" y="1416050"/>
            <a:ext cx="7026275" cy="4694238"/>
          </a:xfrm>
        </p:spPr>
        <p:txBody>
          <a:bodyPr/>
          <a:lstStyle/>
          <a:p>
            <a:r>
              <a:rPr lang="en-US" sz="2000"/>
              <a:t>Create in current database by using the CREATE </a:t>
            </a:r>
            <a:r>
              <a:rPr lang="en-MY" sz="2000"/>
              <a:t>TRIGGER </a:t>
            </a:r>
            <a:r>
              <a:rPr lang="en-US" sz="2000"/>
              <a:t>statement</a:t>
            </a:r>
          </a:p>
          <a:p>
            <a:endParaRPr lang="en-US"/>
          </a:p>
          <a:p>
            <a:endParaRPr lang="en-US"/>
          </a:p>
          <a:p>
            <a:endParaRPr lang="en-GB"/>
          </a:p>
          <a:p>
            <a:pPr>
              <a:buFontTx/>
              <a:buNone/>
            </a:pPr>
            <a:br>
              <a:rPr lang="en-GB"/>
            </a:br>
            <a:endParaRPr lang="en-US"/>
          </a:p>
        </p:txBody>
      </p:sp>
      <p:sp>
        <p:nvSpPr>
          <p:cNvPr id="8196" name="AutoShape 4"/>
          <p:cNvSpPr>
            <a:spLocks noChangeArrowheads="1"/>
          </p:cNvSpPr>
          <p:nvPr/>
        </p:nvSpPr>
        <p:spPr bwMode="auto">
          <a:xfrm>
            <a:off x="2578100" y="2230438"/>
            <a:ext cx="6935788" cy="2165350"/>
          </a:xfrm>
          <a:prstGeom prst="roundRect">
            <a:avLst>
              <a:gd name="adj" fmla="val 3935"/>
            </a:avLst>
          </a:prstGeom>
          <a:solidFill>
            <a:srgbClr val="F6F7EB"/>
          </a:solidFill>
          <a:ln w="9525" algn="ctr">
            <a:solidFill>
              <a:srgbClr val="808080"/>
            </a:solidFill>
            <a:round/>
            <a:headEnd/>
            <a:tailEnd/>
          </a:ln>
          <a:effectLst>
            <a:outerShdw dist="35921" dir="2700000" algn="ctr" rotWithShape="0">
              <a:schemeClr val="bg2"/>
            </a:outerShdw>
          </a:effectLst>
        </p:spPr>
        <p:txBody>
          <a:bodyPr tIns="91440" bIns="91440">
            <a:spAutoFit/>
          </a:bodyPr>
          <a:lstStyle/>
          <a:p>
            <a:r>
              <a:rPr lang="en-MY"/>
              <a:t>CREATE TRIGGER [ schema_name. ] trigger_name</a:t>
            </a:r>
          </a:p>
          <a:p>
            <a:r>
              <a:rPr lang="en-MY"/>
              <a:t>ON { table | view }</a:t>
            </a:r>
          </a:p>
          <a:p>
            <a:r>
              <a:rPr lang="en-MY"/>
              <a:t>{ FOR | AFTER | INSTEAD OF }</a:t>
            </a:r>
          </a:p>
          <a:p>
            <a:r>
              <a:rPr lang="en-MY"/>
              <a:t>{ [ INSERT ] [ , ] [ UPDATE ] [ , ] [ DELETE ] }</a:t>
            </a:r>
          </a:p>
          <a:p>
            <a:endParaRPr lang="en-MY"/>
          </a:p>
          <a:p>
            <a:r>
              <a:rPr lang="en-MY"/>
              <a:t>AS </a:t>
            </a:r>
          </a:p>
          <a:p>
            <a:r>
              <a:rPr lang="en-MY"/>
              <a:t>{ sql_statement [ ; ] [ ...n ]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GB"/>
              <a:t>How an INSERT Trigger Works</a:t>
            </a:r>
            <a:endParaRPr lang="en-US"/>
          </a:p>
        </p:txBody>
      </p:sp>
      <p:sp>
        <p:nvSpPr>
          <p:cNvPr id="13" name="Rectangle 5"/>
          <p:cNvSpPr txBox="1">
            <a:spLocks noChangeArrowheads="1"/>
          </p:cNvSpPr>
          <p:nvPr/>
        </p:nvSpPr>
        <p:spPr bwMode="auto">
          <a:xfrm>
            <a:off x="2011363" y="1697038"/>
            <a:ext cx="8229600" cy="4525962"/>
          </a:xfrm>
          <a:prstGeom prst="rect">
            <a:avLst/>
          </a:prstGeom>
          <a:noFill/>
          <a:ln w="9525">
            <a:noFill/>
            <a:miter lim="800000"/>
            <a:headEnd/>
            <a:tailEnd/>
          </a:ln>
        </p:spPr>
        <p:txBody>
          <a:bodyPr/>
          <a:lstStyle/>
          <a:p>
            <a:pPr marL="342900" indent="-342900" algn="just">
              <a:spcBef>
                <a:spcPct val="20000"/>
              </a:spcBef>
              <a:buFontTx/>
              <a:buChar char="•"/>
              <a:defRPr/>
            </a:pPr>
            <a:r>
              <a:rPr lang="en-MY" sz="2200" dirty="0">
                <a:latin typeface="+mn-lt"/>
              </a:rPr>
              <a:t>When an INSERT trigger fires, new rows are added to both the </a:t>
            </a:r>
            <a:r>
              <a:rPr lang="en-MY" sz="2200" b="1" dirty="0">
                <a:latin typeface="+mn-lt"/>
              </a:rPr>
              <a:t>trigger</a:t>
            </a:r>
            <a:r>
              <a:rPr lang="en-MY" sz="2200" dirty="0">
                <a:latin typeface="+mn-lt"/>
              </a:rPr>
              <a:t> table and the </a:t>
            </a:r>
            <a:r>
              <a:rPr lang="en-MY" sz="2200" b="1" dirty="0">
                <a:latin typeface="+mn-lt"/>
              </a:rPr>
              <a:t>inserted</a:t>
            </a:r>
            <a:r>
              <a:rPr lang="en-MY" sz="2200" dirty="0">
                <a:latin typeface="+mn-lt"/>
              </a:rPr>
              <a:t> table. </a:t>
            </a:r>
          </a:p>
          <a:p>
            <a:pPr marL="342900" indent="-342900" algn="just">
              <a:spcBef>
                <a:spcPct val="20000"/>
              </a:spcBef>
              <a:buFontTx/>
              <a:buChar char="•"/>
              <a:defRPr/>
            </a:pPr>
            <a:r>
              <a:rPr lang="en-MY" sz="2200" dirty="0">
                <a:latin typeface="+mn-lt"/>
              </a:rPr>
              <a:t>The </a:t>
            </a:r>
            <a:r>
              <a:rPr lang="en-MY" sz="2200" b="1" dirty="0">
                <a:latin typeface="+mn-lt"/>
              </a:rPr>
              <a:t>inserted</a:t>
            </a:r>
            <a:r>
              <a:rPr lang="en-MY" sz="2200" dirty="0">
                <a:latin typeface="+mn-lt"/>
              </a:rPr>
              <a:t> table is a temporary table that holds a copy of the rows that have been inserted. </a:t>
            </a:r>
          </a:p>
          <a:p>
            <a:pPr marL="342900" indent="-342900" algn="just">
              <a:spcBef>
                <a:spcPct val="20000"/>
              </a:spcBef>
              <a:buFontTx/>
              <a:buChar char="•"/>
              <a:defRPr/>
            </a:pPr>
            <a:r>
              <a:rPr lang="en-MY" sz="2200" dirty="0">
                <a:latin typeface="+mn-lt"/>
              </a:rPr>
              <a:t>The </a:t>
            </a:r>
            <a:r>
              <a:rPr lang="en-MY" sz="2200" b="1" dirty="0">
                <a:latin typeface="+mn-lt"/>
              </a:rPr>
              <a:t>inserted</a:t>
            </a:r>
            <a:r>
              <a:rPr lang="en-MY" sz="2200" dirty="0">
                <a:latin typeface="+mn-lt"/>
              </a:rPr>
              <a:t> table allows you to reference logged data from the initiating INSERT statement. </a:t>
            </a:r>
          </a:p>
          <a:p>
            <a:pPr marL="342900" indent="-342900" algn="just">
              <a:spcBef>
                <a:spcPct val="20000"/>
              </a:spcBef>
              <a:buFontTx/>
              <a:buChar char="•"/>
              <a:defRPr/>
            </a:pPr>
            <a:r>
              <a:rPr lang="en-MY" sz="2200" dirty="0">
                <a:latin typeface="+mn-lt"/>
              </a:rPr>
              <a:t>The trigger can examine the </a:t>
            </a:r>
            <a:r>
              <a:rPr lang="en-MY" sz="2200" b="1" dirty="0">
                <a:latin typeface="+mn-lt"/>
              </a:rPr>
              <a:t>inserted</a:t>
            </a:r>
            <a:r>
              <a:rPr lang="en-MY" sz="2200" dirty="0">
                <a:latin typeface="+mn-lt"/>
              </a:rPr>
              <a:t> table to determine whether, or how, the trigger actions should be executed. </a:t>
            </a:r>
          </a:p>
          <a:p>
            <a:pPr marL="342900" indent="-342900" algn="just">
              <a:spcBef>
                <a:spcPct val="20000"/>
              </a:spcBef>
              <a:defRPr/>
            </a:pPr>
            <a:endParaRPr lang="en-MY" sz="2400" kern="0" dirty="0">
              <a:latin typeface="+mn-l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GB"/>
              <a:t>How an INSERT Trigger Works</a:t>
            </a:r>
            <a:endParaRPr lang="en-US"/>
          </a:p>
        </p:txBody>
      </p:sp>
      <p:sp>
        <p:nvSpPr>
          <p:cNvPr id="10243" name="AutoShape 19"/>
          <p:cNvSpPr>
            <a:spLocks noChangeArrowheads="1"/>
          </p:cNvSpPr>
          <p:nvPr/>
        </p:nvSpPr>
        <p:spPr bwMode="auto">
          <a:xfrm>
            <a:off x="2684464" y="1419226"/>
            <a:ext cx="6764337" cy="2200275"/>
          </a:xfrm>
          <a:prstGeom prst="roundRect">
            <a:avLst>
              <a:gd name="adj" fmla="val 4167"/>
            </a:avLst>
          </a:prstGeom>
          <a:solidFill>
            <a:srgbClr val="B3C8DF"/>
          </a:solidFill>
          <a:ln w="9525">
            <a:solidFill>
              <a:srgbClr val="4D4D4D"/>
            </a:solidFill>
            <a:round/>
            <a:headEnd/>
            <a:tailEnd/>
          </a:ln>
          <a:effectLst>
            <a:outerShdw dist="35921" dir="2700000" algn="ctr" rotWithShape="0">
              <a:srgbClr val="AFAFAF"/>
            </a:outerShdw>
          </a:effectLst>
        </p:spPr>
        <p:txBody>
          <a:bodyPr/>
          <a:lstStyle/>
          <a:p>
            <a:endParaRPr lang="en-US" sz="2400"/>
          </a:p>
        </p:txBody>
      </p:sp>
      <p:sp>
        <p:nvSpPr>
          <p:cNvPr id="10244" name="AutoShape 26"/>
          <p:cNvSpPr>
            <a:spLocks noChangeArrowheads="1"/>
          </p:cNvSpPr>
          <p:nvPr/>
        </p:nvSpPr>
        <p:spPr bwMode="auto">
          <a:xfrm>
            <a:off x="2178050" y="3905250"/>
            <a:ext cx="7721600" cy="249555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tIns="91440" bIns="91440" anchor="ctr">
            <a:spAutoFit/>
          </a:bodyPr>
          <a:lstStyle/>
          <a:p>
            <a:pPr marL="290513" indent="-290513" defTabSz="457200">
              <a:lnSpc>
                <a:spcPct val="90000"/>
              </a:lnSpc>
              <a:spcBef>
                <a:spcPct val="40000"/>
              </a:spcBef>
              <a:buClr>
                <a:srgbClr val="8DACD0"/>
              </a:buClr>
              <a:buSzPct val="70000"/>
            </a:pPr>
            <a:r>
              <a:rPr lang="en-US" sz="1600">
                <a:solidFill>
                  <a:schemeClr val="tx2"/>
                </a:solidFill>
                <a:latin typeface="Lucida Sans Typewriter" pitchFamily="49" charset="0"/>
              </a:rPr>
              <a:t>CREATE TRIGGER [insrtWorkOrder] ON [Production].[WorkOrder]</a:t>
            </a:r>
            <a:br>
              <a:rPr lang="en-US" sz="1600">
                <a:solidFill>
                  <a:schemeClr val="tx2"/>
                </a:solidFill>
                <a:latin typeface="Lucida Sans Typewriter" pitchFamily="49" charset="0"/>
              </a:rPr>
            </a:br>
            <a:r>
              <a:rPr lang="en-US" sz="1600">
                <a:solidFill>
                  <a:schemeClr val="tx2"/>
                </a:solidFill>
                <a:latin typeface="Lucida Sans Typewriter" pitchFamily="49" charset="0"/>
              </a:rPr>
              <a:t>AFTER INSERT AS</a:t>
            </a:r>
            <a:br>
              <a:rPr lang="en-US" sz="1600">
                <a:solidFill>
                  <a:schemeClr val="tx2"/>
                </a:solidFill>
                <a:latin typeface="Lucida Sans Typewriter" pitchFamily="49" charset="0"/>
              </a:rPr>
            </a:br>
            <a:r>
              <a:rPr lang="en-US" sz="1600">
                <a:solidFill>
                  <a:schemeClr val="tx2"/>
                </a:solidFill>
                <a:latin typeface="Lucida Sans Typewriter" pitchFamily="49" charset="0"/>
              </a:rPr>
              <a:t>BEGIN</a:t>
            </a:r>
            <a:br>
              <a:rPr lang="en-US" sz="1600">
                <a:solidFill>
                  <a:schemeClr val="tx2"/>
                </a:solidFill>
                <a:latin typeface="Lucida Sans Typewriter" pitchFamily="49" charset="0"/>
              </a:rPr>
            </a:br>
            <a:r>
              <a:rPr lang="en-US" sz="1600">
                <a:solidFill>
                  <a:schemeClr val="tx2"/>
                </a:solidFill>
                <a:latin typeface="Lucida Sans Typewriter" pitchFamily="49" charset="0"/>
              </a:rPr>
              <a:t>  SET NOCOUNT ON;</a:t>
            </a:r>
            <a:br>
              <a:rPr lang="en-US" sz="1600">
                <a:solidFill>
                  <a:schemeClr val="tx2"/>
                </a:solidFill>
                <a:latin typeface="Lucida Sans Typewriter" pitchFamily="49" charset="0"/>
              </a:rPr>
            </a:br>
            <a:r>
              <a:rPr lang="en-US" sz="1600">
                <a:solidFill>
                  <a:schemeClr val="tx2"/>
                </a:solidFill>
                <a:latin typeface="Lucida Sans Typewriter" pitchFamily="49" charset="0"/>
              </a:rPr>
              <a:t>  INSERT INTO [Production].[TransactionHistory](</a:t>
            </a:r>
            <a:br>
              <a:rPr lang="en-US" sz="1600">
                <a:solidFill>
                  <a:schemeClr val="tx2"/>
                </a:solidFill>
                <a:latin typeface="Lucida Sans Typewriter" pitchFamily="49" charset="0"/>
              </a:rPr>
            </a:br>
            <a:r>
              <a:rPr lang="en-US" sz="1600">
                <a:solidFill>
                  <a:schemeClr val="tx2"/>
                </a:solidFill>
                <a:latin typeface="Lucida Sans Typewriter" pitchFamily="49" charset="0"/>
              </a:rPr>
              <a:t>    [ProductID],[ReferenceOrderID],[TransactionType]</a:t>
            </a:r>
            <a:br>
              <a:rPr lang="en-US" sz="1600">
                <a:solidFill>
                  <a:schemeClr val="tx2"/>
                </a:solidFill>
                <a:latin typeface="Lucida Sans Typewriter" pitchFamily="49" charset="0"/>
              </a:rPr>
            </a:br>
            <a:r>
              <a:rPr lang="en-US" sz="1600">
                <a:solidFill>
                  <a:schemeClr val="tx2"/>
                </a:solidFill>
                <a:latin typeface="Lucida Sans Typewriter" pitchFamily="49" charset="0"/>
              </a:rPr>
              <a:t>    ,[TransactionDate],[Quantity],[ActualCost])</a:t>
            </a:r>
            <a:br>
              <a:rPr lang="en-US" sz="1600">
                <a:solidFill>
                  <a:schemeClr val="tx2"/>
                </a:solidFill>
                <a:latin typeface="Lucida Sans Typewriter" pitchFamily="49" charset="0"/>
              </a:rPr>
            </a:br>
            <a:r>
              <a:rPr lang="en-US" sz="1600">
                <a:solidFill>
                  <a:schemeClr val="tx2"/>
                </a:solidFill>
                <a:latin typeface="Lucida Sans Typewriter" pitchFamily="49" charset="0"/>
              </a:rPr>
              <a:t>  SELECT inserted.[ProductID],inserted.[WorkOrderID]</a:t>
            </a:r>
            <a:br>
              <a:rPr lang="en-US" sz="1600">
                <a:solidFill>
                  <a:schemeClr val="tx2"/>
                </a:solidFill>
                <a:latin typeface="Lucida Sans Typewriter" pitchFamily="49" charset="0"/>
              </a:rPr>
            </a:br>
            <a:r>
              <a:rPr lang="en-US" sz="1600">
                <a:solidFill>
                  <a:schemeClr val="tx2"/>
                </a:solidFill>
                <a:latin typeface="Lucida Sans Typewriter" pitchFamily="49" charset="0"/>
              </a:rPr>
              <a:t>    ,'W',GETDATE(),inserted.[OrderQty],0 FROM inserted;</a:t>
            </a:r>
            <a:br>
              <a:rPr lang="en-US" sz="1600">
                <a:solidFill>
                  <a:schemeClr val="tx2"/>
                </a:solidFill>
                <a:latin typeface="Lucida Sans Typewriter" pitchFamily="49" charset="0"/>
              </a:rPr>
            </a:br>
            <a:r>
              <a:rPr lang="en-GB" sz="1600">
                <a:solidFill>
                  <a:schemeClr val="tx2"/>
                </a:solidFill>
                <a:latin typeface="Lucida Sans Typewriter" pitchFamily="49" charset="0"/>
              </a:rPr>
              <a:t>End</a:t>
            </a:r>
            <a:endParaRPr lang="en-US" sz="1600">
              <a:solidFill>
                <a:schemeClr val="tx2"/>
              </a:solidFill>
              <a:latin typeface="Lucida Sans Typewriter" pitchFamily="49" charset="0"/>
            </a:endParaRPr>
          </a:p>
        </p:txBody>
      </p:sp>
      <p:sp>
        <p:nvSpPr>
          <p:cNvPr id="10245" name="Freeform 27"/>
          <p:cNvSpPr>
            <a:spLocks/>
          </p:cNvSpPr>
          <p:nvPr/>
        </p:nvSpPr>
        <p:spPr bwMode="auto">
          <a:xfrm>
            <a:off x="5881689" y="3078163"/>
            <a:ext cx="314325" cy="811212"/>
          </a:xfrm>
          <a:custGeom>
            <a:avLst/>
            <a:gdLst>
              <a:gd name="T0" fmla="*/ 2147483647 w 204"/>
              <a:gd name="T1" fmla="*/ 2147483647 h 558"/>
              <a:gd name="T2" fmla="*/ 2147483647 w 204"/>
              <a:gd name="T3" fmla="*/ 2147483647 h 558"/>
              <a:gd name="T4" fmla="*/ 2147483647 w 204"/>
              <a:gd name="T5" fmla="*/ 2147483647 h 558"/>
              <a:gd name="T6" fmla="*/ 0 w 204"/>
              <a:gd name="T7" fmla="*/ 2147483647 h 558"/>
              <a:gd name="T8" fmla="*/ 2147483647 w 204"/>
              <a:gd name="T9" fmla="*/ 2147483647 h 558"/>
              <a:gd name="T10" fmla="*/ 2147483647 w 204"/>
              <a:gd name="T11" fmla="*/ 0 h 558"/>
              <a:gd name="T12" fmla="*/ 2147483647 w 204"/>
              <a:gd name="T13" fmla="*/ 0 h 558"/>
              <a:gd name="T14" fmla="*/ 2147483647 w 204"/>
              <a:gd name="T15" fmla="*/ 2147483647 h 558"/>
              <a:gd name="T16" fmla="*/ 0 60000 65536"/>
              <a:gd name="T17" fmla="*/ 0 60000 65536"/>
              <a:gd name="T18" fmla="*/ 0 60000 65536"/>
              <a:gd name="T19" fmla="*/ 0 60000 65536"/>
              <a:gd name="T20" fmla="*/ 0 60000 65536"/>
              <a:gd name="T21" fmla="*/ 0 60000 65536"/>
              <a:gd name="T22" fmla="*/ 0 60000 65536"/>
              <a:gd name="T23" fmla="*/ 0 60000 65536"/>
              <a:gd name="T24" fmla="*/ 0 w 204"/>
              <a:gd name="T25" fmla="*/ 0 h 558"/>
              <a:gd name="T26" fmla="*/ 204 w 204"/>
              <a:gd name="T27" fmla="*/ 558 h 55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04" h="558">
                <a:moveTo>
                  <a:pt x="146" y="320"/>
                </a:moveTo>
                <a:lnTo>
                  <a:pt x="204" y="305"/>
                </a:lnTo>
                <a:lnTo>
                  <a:pt x="106" y="558"/>
                </a:lnTo>
                <a:lnTo>
                  <a:pt x="0" y="307"/>
                </a:lnTo>
                <a:lnTo>
                  <a:pt x="56" y="318"/>
                </a:lnTo>
                <a:lnTo>
                  <a:pt x="75" y="0"/>
                </a:lnTo>
                <a:lnTo>
                  <a:pt x="126" y="0"/>
                </a:lnTo>
                <a:lnTo>
                  <a:pt x="146" y="320"/>
                </a:lnTo>
                <a:close/>
              </a:path>
            </a:pathLst>
          </a:custGeom>
          <a:solidFill>
            <a:srgbClr val="FF0000">
              <a:alpha val="74901"/>
            </a:srgbClr>
          </a:solidFill>
          <a:ln w="9525">
            <a:noFill/>
            <a:round/>
            <a:headEnd/>
            <a:tailEnd/>
          </a:ln>
        </p:spPr>
        <p:txBody>
          <a:bodyPr/>
          <a:lstStyle/>
          <a:p>
            <a:endParaRPr lang="en-US"/>
          </a:p>
        </p:txBody>
      </p:sp>
      <p:sp>
        <p:nvSpPr>
          <p:cNvPr id="10246" name="AutoShape 20"/>
          <p:cNvSpPr>
            <a:spLocks noChangeArrowheads="1"/>
          </p:cNvSpPr>
          <p:nvPr/>
        </p:nvSpPr>
        <p:spPr bwMode="auto">
          <a:xfrm>
            <a:off x="3046414" y="1604964"/>
            <a:ext cx="6073775" cy="536575"/>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lIns="457200" anchor="ctr"/>
          <a:lstStyle/>
          <a:p>
            <a:pPr>
              <a:lnSpc>
                <a:spcPct val="85000"/>
              </a:lnSpc>
            </a:pPr>
            <a:r>
              <a:rPr lang="en-US" sz="2000"/>
              <a:t>INSERT statement executed</a:t>
            </a:r>
          </a:p>
        </p:txBody>
      </p:sp>
      <p:sp>
        <p:nvSpPr>
          <p:cNvPr id="334869" name="AutoShape 21"/>
          <p:cNvSpPr>
            <a:spLocks noChangeArrowheads="1"/>
          </p:cNvSpPr>
          <p:nvPr/>
        </p:nvSpPr>
        <p:spPr bwMode="auto">
          <a:xfrm>
            <a:off x="2906713" y="1644650"/>
            <a:ext cx="392112" cy="4572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pPr>
              <a:defRPr/>
            </a:pPr>
            <a:r>
              <a:rPr lang="en-US" sz="3200">
                <a:solidFill>
                  <a:srgbClr val="990033"/>
                </a:solidFill>
              </a:rPr>
              <a:t>1</a:t>
            </a:r>
          </a:p>
        </p:txBody>
      </p:sp>
      <p:sp>
        <p:nvSpPr>
          <p:cNvPr id="10248" name="AutoShape 22"/>
          <p:cNvSpPr>
            <a:spLocks noChangeArrowheads="1"/>
          </p:cNvSpPr>
          <p:nvPr/>
        </p:nvSpPr>
        <p:spPr bwMode="auto">
          <a:xfrm>
            <a:off x="3046414" y="2895601"/>
            <a:ext cx="6073775" cy="536575"/>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lIns="457200" anchor="ctr"/>
          <a:lstStyle/>
          <a:p>
            <a:pPr>
              <a:lnSpc>
                <a:spcPct val="85000"/>
              </a:lnSpc>
            </a:pPr>
            <a:r>
              <a:rPr lang="en-US" sz="2000"/>
              <a:t>AFTER INSERT trigger statements executed</a:t>
            </a:r>
          </a:p>
        </p:txBody>
      </p:sp>
      <p:sp>
        <p:nvSpPr>
          <p:cNvPr id="334871" name="AutoShape 23"/>
          <p:cNvSpPr>
            <a:spLocks noChangeArrowheads="1"/>
          </p:cNvSpPr>
          <p:nvPr/>
        </p:nvSpPr>
        <p:spPr bwMode="auto">
          <a:xfrm>
            <a:off x="2917826" y="2935288"/>
            <a:ext cx="392113" cy="4572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pPr>
              <a:defRPr/>
            </a:pPr>
            <a:r>
              <a:rPr lang="en-US" sz="3200">
                <a:solidFill>
                  <a:srgbClr val="990033"/>
                </a:solidFill>
              </a:rPr>
              <a:t>3</a:t>
            </a:r>
          </a:p>
        </p:txBody>
      </p:sp>
      <p:sp>
        <p:nvSpPr>
          <p:cNvPr id="10250" name="AutoShape 24"/>
          <p:cNvSpPr>
            <a:spLocks noChangeArrowheads="1"/>
          </p:cNvSpPr>
          <p:nvPr/>
        </p:nvSpPr>
        <p:spPr bwMode="auto">
          <a:xfrm>
            <a:off x="3046414" y="2249489"/>
            <a:ext cx="6073775" cy="536575"/>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lIns="457200" anchor="ctr"/>
          <a:lstStyle/>
          <a:p>
            <a:pPr>
              <a:lnSpc>
                <a:spcPct val="85000"/>
              </a:lnSpc>
            </a:pPr>
            <a:r>
              <a:rPr lang="en-US" sz="2000"/>
              <a:t>INSERT statement logged</a:t>
            </a:r>
          </a:p>
        </p:txBody>
      </p:sp>
      <p:sp>
        <p:nvSpPr>
          <p:cNvPr id="334873" name="AutoShape 25"/>
          <p:cNvSpPr>
            <a:spLocks noChangeArrowheads="1"/>
          </p:cNvSpPr>
          <p:nvPr/>
        </p:nvSpPr>
        <p:spPr bwMode="auto">
          <a:xfrm>
            <a:off x="2906713" y="2289175"/>
            <a:ext cx="392112" cy="4572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pPr>
              <a:defRPr/>
            </a:pPr>
            <a:r>
              <a:rPr lang="en-US" sz="3200">
                <a:solidFill>
                  <a:srgbClr val="990033"/>
                </a:solidFill>
              </a:rPr>
              <a:t>2</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GB"/>
              <a:t>Example of an INSERT Trigger</a:t>
            </a:r>
            <a:endParaRPr lang="en-US"/>
          </a:p>
        </p:txBody>
      </p:sp>
      <p:sp>
        <p:nvSpPr>
          <p:cNvPr id="11267" name="AutoShape 26"/>
          <p:cNvSpPr>
            <a:spLocks noChangeArrowheads="1"/>
          </p:cNvSpPr>
          <p:nvPr/>
        </p:nvSpPr>
        <p:spPr bwMode="auto">
          <a:xfrm>
            <a:off x="2178050" y="2101850"/>
            <a:ext cx="7721600" cy="4484688"/>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tIns="91440" bIns="91440" anchor="ctr">
            <a:spAutoFit/>
          </a:bodyPr>
          <a:lstStyle/>
          <a:p>
            <a:pPr marL="290513" indent="-290513" defTabSz="457200">
              <a:lnSpc>
                <a:spcPct val="90000"/>
              </a:lnSpc>
              <a:spcBef>
                <a:spcPct val="40000"/>
              </a:spcBef>
              <a:buClr>
                <a:srgbClr val="8DACD0"/>
              </a:buClr>
              <a:buSzPct val="70000"/>
            </a:pPr>
            <a:r>
              <a:rPr lang="en-MY" sz="1500"/>
              <a:t>CREATE TRIGGER LowCredit </a:t>
            </a:r>
          </a:p>
          <a:p>
            <a:pPr marL="290513" indent="-290513" defTabSz="457200">
              <a:lnSpc>
                <a:spcPct val="90000"/>
              </a:lnSpc>
              <a:spcBef>
                <a:spcPct val="40000"/>
              </a:spcBef>
              <a:buClr>
                <a:srgbClr val="8DACD0"/>
              </a:buClr>
              <a:buSzPct val="70000"/>
            </a:pPr>
            <a:r>
              <a:rPr lang="en-MY" sz="1500"/>
              <a:t>ON Purchasing.PurchaseOrderHeader </a:t>
            </a:r>
          </a:p>
          <a:p>
            <a:pPr marL="290513" indent="-290513" defTabSz="457200">
              <a:lnSpc>
                <a:spcPct val="90000"/>
              </a:lnSpc>
              <a:spcBef>
                <a:spcPct val="40000"/>
              </a:spcBef>
              <a:buClr>
                <a:srgbClr val="8DACD0"/>
              </a:buClr>
              <a:buSzPct val="70000"/>
            </a:pPr>
            <a:r>
              <a:rPr lang="en-MY" sz="1500"/>
              <a:t>AFTER INSERT </a:t>
            </a:r>
          </a:p>
          <a:p>
            <a:pPr marL="290513" indent="-290513" defTabSz="457200">
              <a:lnSpc>
                <a:spcPct val="90000"/>
              </a:lnSpc>
              <a:spcBef>
                <a:spcPct val="40000"/>
              </a:spcBef>
              <a:buClr>
                <a:srgbClr val="8DACD0"/>
              </a:buClr>
              <a:buSzPct val="70000"/>
            </a:pPr>
            <a:r>
              <a:rPr lang="en-MY" sz="1500"/>
              <a:t>AS </a:t>
            </a:r>
          </a:p>
          <a:p>
            <a:pPr marL="290513" indent="-290513" defTabSz="457200">
              <a:lnSpc>
                <a:spcPct val="90000"/>
              </a:lnSpc>
              <a:spcBef>
                <a:spcPct val="40000"/>
              </a:spcBef>
              <a:buClr>
                <a:srgbClr val="8DACD0"/>
              </a:buClr>
              <a:buSzPct val="70000"/>
            </a:pPr>
            <a:r>
              <a:rPr lang="en-MY" sz="1500"/>
              <a:t>DECLARE @creditrating int</a:t>
            </a:r>
          </a:p>
          <a:p>
            <a:pPr marL="290513" indent="-290513" defTabSz="457200">
              <a:lnSpc>
                <a:spcPct val="90000"/>
              </a:lnSpc>
              <a:spcBef>
                <a:spcPct val="40000"/>
              </a:spcBef>
              <a:buClr>
                <a:srgbClr val="8DACD0"/>
              </a:buClr>
              <a:buSzPct val="70000"/>
            </a:pPr>
            <a:r>
              <a:rPr lang="en-MY" sz="1500"/>
              <a:t>SELECT @creditrating = v.CreditRating</a:t>
            </a:r>
          </a:p>
          <a:p>
            <a:pPr marL="290513" indent="-290513" defTabSz="457200">
              <a:lnSpc>
                <a:spcPct val="90000"/>
              </a:lnSpc>
              <a:spcBef>
                <a:spcPct val="40000"/>
              </a:spcBef>
              <a:buClr>
                <a:srgbClr val="8DACD0"/>
              </a:buClr>
              <a:buSzPct val="70000"/>
            </a:pPr>
            <a:r>
              <a:rPr lang="en-MY" sz="1500"/>
              <a:t>FROM Purchasing.PurchaseOrderHeader p INNER JOIN inserted i ON p.PurchaseOrderID = i.PurchaseOrderID JOIN Purchasing.Vendor v on v.VendorID = i.VendorID </a:t>
            </a:r>
          </a:p>
          <a:p>
            <a:pPr marL="290513" indent="-290513" defTabSz="457200">
              <a:lnSpc>
                <a:spcPct val="90000"/>
              </a:lnSpc>
              <a:spcBef>
                <a:spcPct val="40000"/>
              </a:spcBef>
              <a:buClr>
                <a:srgbClr val="8DACD0"/>
              </a:buClr>
              <a:buSzPct val="70000"/>
            </a:pPr>
            <a:r>
              <a:rPr lang="en-MY" sz="1500"/>
              <a:t>IF @creditrating = 5 </a:t>
            </a:r>
          </a:p>
          <a:p>
            <a:pPr marL="290513" indent="-290513" defTabSz="457200">
              <a:lnSpc>
                <a:spcPct val="90000"/>
              </a:lnSpc>
              <a:spcBef>
                <a:spcPct val="40000"/>
              </a:spcBef>
              <a:buClr>
                <a:srgbClr val="8DACD0"/>
              </a:buClr>
              <a:buSzPct val="70000"/>
            </a:pPr>
            <a:r>
              <a:rPr lang="en-MY" sz="1500"/>
              <a:t>BEGIN </a:t>
            </a:r>
          </a:p>
          <a:p>
            <a:pPr marL="290513" indent="-290513" defTabSz="457200">
              <a:lnSpc>
                <a:spcPct val="90000"/>
              </a:lnSpc>
              <a:spcBef>
                <a:spcPct val="40000"/>
              </a:spcBef>
              <a:buClr>
                <a:srgbClr val="8DACD0"/>
              </a:buClr>
              <a:buSzPct val="70000"/>
            </a:pPr>
            <a:r>
              <a:rPr lang="en-MY" sz="1500"/>
              <a:t>	RAISERROR ('This vendor''s credit rating is too low to accept new purchase orders.', 16, 1) </a:t>
            </a:r>
          </a:p>
          <a:p>
            <a:pPr marL="290513" indent="-290513" defTabSz="457200">
              <a:lnSpc>
                <a:spcPct val="90000"/>
              </a:lnSpc>
              <a:spcBef>
                <a:spcPct val="40000"/>
              </a:spcBef>
              <a:buClr>
                <a:srgbClr val="8DACD0"/>
              </a:buClr>
              <a:buSzPct val="70000"/>
            </a:pPr>
            <a:r>
              <a:rPr lang="en-MY" sz="1500"/>
              <a:t>	ROLLBACK TRANSACTION </a:t>
            </a:r>
          </a:p>
          <a:p>
            <a:pPr marL="290513" indent="-290513" defTabSz="457200">
              <a:lnSpc>
                <a:spcPct val="90000"/>
              </a:lnSpc>
              <a:spcBef>
                <a:spcPct val="40000"/>
              </a:spcBef>
              <a:buClr>
                <a:srgbClr val="8DACD0"/>
              </a:buClr>
              <a:buSzPct val="70000"/>
            </a:pPr>
            <a:r>
              <a:rPr lang="en-MY" sz="1500"/>
              <a:t>END</a:t>
            </a:r>
            <a:endParaRPr lang="en-US" sz="1500">
              <a:solidFill>
                <a:schemeClr val="tx2"/>
              </a:solidFill>
              <a:latin typeface="Lucida Sans Typewriter" pitchFamily="49" charset="0"/>
            </a:endParaRPr>
          </a:p>
        </p:txBody>
      </p:sp>
      <p:sp>
        <p:nvSpPr>
          <p:cNvPr id="11268" name="Rectangle 11"/>
          <p:cNvSpPr>
            <a:spLocks noChangeArrowheads="1"/>
          </p:cNvSpPr>
          <p:nvPr/>
        </p:nvSpPr>
        <p:spPr bwMode="auto">
          <a:xfrm>
            <a:off x="2178050" y="1493838"/>
            <a:ext cx="7729538" cy="647700"/>
          </a:xfrm>
          <a:prstGeom prst="rect">
            <a:avLst/>
          </a:prstGeom>
          <a:noFill/>
          <a:ln w="9525">
            <a:noFill/>
            <a:miter lim="800000"/>
            <a:headEnd/>
            <a:tailEnd/>
          </a:ln>
        </p:spPr>
        <p:txBody>
          <a:bodyPr>
            <a:spAutoFit/>
          </a:bodyPr>
          <a:lstStyle/>
          <a:p>
            <a:r>
              <a:rPr lang="en-MY"/>
              <a:t>This trigger checks to make sure the credit rating for the vendor is good when an attempt is made to insert a new purchase order.</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GB"/>
              <a:t>How a DELETE Trigger Works</a:t>
            </a:r>
            <a:endParaRPr lang="en-US" dirty="0"/>
          </a:p>
        </p:txBody>
      </p:sp>
      <p:sp>
        <p:nvSpPr>
          <p:cNvPr id="13" name="Rectangle 5"/>
          <p:cNvSpPr txBox="1">
            <a:spLocks noChangeArrowheads="1"/>
          </p:cNvSpPr>
          <p:nvPr/>
        </p:nvSpPr>
        <p:spPr bwMode="auto">
          <a:xfrm>
            <a:off x="2011363" y="1697038"/>
            <a:ext cx="8229600" cy="4525962"/>
          </a:xfrm>
          <a:prstGeom prst="rect">
            <a:avLst/>
          </a:prstGeom>
          <a:noFill/>
          <a:ln w="9525">
            <a:noFill/>
            <a:miter lim="800000"/>
            <a:headEnd/>
            <a:tailEnd/>
          </a:ln>
        </p:spPr>
        <p:txBody>
          <a:bodyPr/>
          <a:lstStyle/>
          <a:p>
            <a:pPr marL="342900" indent="-342900" algn="just">
              <a:spcBef>
                <a:spcPct val="20000"/>
              </a:spcBef>
              <a:buFontTx/>
              <a:buChar char="•"/>
              <a:defRPr/>
            </a:pPr>
            <a:r>
              <a:rPr lang="en-MY" sz="2000" dirty="0">
                <a:latin typeface="+mn-lt"/>
              </a:rPr>
              <a:t>When a DELETE trigger is fired, deleted rows from the affected table are placed in a special </a:t>
            </a:r>
            <a:r>
              <a:rPr lang="en-MY" sz="2000" b="1" dirty="0">
                <a:latin typeface="+mn-lt"/>
              </a:rPr>
              <a:t>deleted</a:t>
            </a:r>
            <a:r>
              <a:rPr lang="en-MY" sz="2000" dirty="0">
                <a:latin typeface="+mn-lt"/>
              </a:rPr>
              <a:t> table. </a:t>
            </a:r>
          </a:p>
          <a:p>
            <a:pPr marL="342900" indent="-342900" algn="just">
              <a:spcBef>
                <a:spcPct val="20000"/>
              </a:spcBef>
              <a:buFontTx/>
              <a:buChar char="•"/>
              <a:defRPr/>
            </a:pPr>
            <a:r>
              <a:rPr lang="en-MY" sz="2000" dirty="0">
                <a:latin typeface="+mn-lt"/>
              </a:rPr>
              <a:t>The </a:t>
            </a:r>
            <a:r>
              <a:rPr lang="en-MY" sz="2000" b="1" dirty="0">
                <a:latin typeface="+mn-lt"/>
              </a:rPr>
              <a:t>deleted</a:t>
            </a:r>
            <a:r>
              <a:rPr lang="en-MY" sz="2000" dirty="0">
                <a:latin typeface="+mn-lt"/>
              </a:rPr>
              <a:t> table is a logical table that holds a copy of the rows that have been deleted. </a:t>
            </a:r>
          </a:p>
          <a:p>
            <a:pPr marL="342900" indent="-342900" algn="just">
              <a:spcBef>
                <a:spcPct val="20000"/>
              </a:spcBef>
              <a:buFontTx/>
              <a:buChar char="•"/>
              <a:defRPr/>
            </a:pPr>
            <a:r>
              <a:rPr lang="en-MY" sz="2000" dirty="0">
                <a:latin typeface="+mn-lt"/>
              </a:rPr>
              <a:t>The </a:t>
            </a:r>
            <a:r>
              <a:rPr lang="en-MY" sz="2000" b="1" dirty="0">
                <a:latin typeface="+mn-lt"/>
              </a:rPr>
              <a:t>deleted</a:t>
            </a:r>
            <a:r>
              <a:rPr lang="en-MY" sz="2000" dirty="0">
                <a:latin typeface="+mn-lt"/>
              </a:rPr>
              <a:t> table enables you to reference logged data from the initiating DELETE statement.</a:t>
            </a:r>
            <a:endParaRPr lang="en-MY" sz="2000" dirty="0"/>
          </a:p>
          <a:p>
            <a:pPr marL="342900" indent="-342900" algn="just">
              <a:spcBef>
                <a:spcPct val="20000"/>
              </a:spcBef>
              <a:buFontTx/>
              <a:buChar char="•"/>
              <a:defRPr/>
            </a:pPr>
            <a:endParaRPr lang="en-MY" sz="2000" dirty="0">
              <a:latin typeface="+mn-lt"/>
            </a:endParaRPr>
          </a:p>
          <a:p>
            <a:pPr marL="342900" indent="-342900" algn="just">
              <a:spcBef>
                <a:spcPct val="20000"/>
              </a:spcBef>
              <a:buFontTx/>
              <a:buChar char="•"/>
              <a:defRPr/>
            </a:pPr>
            <a:r>
              <a:rPr lang="en-MY" sz="2000" dirty="0">
                <a:latin typeface="+mn-lt"/>
              </a:rPr>
              <a:t>Consider the following facts when you use the DELETE trigger:</a:t>
            </a:r>
          </a:p>
          <a:p>
            <a:pPr marL="800100" lvl="1" indent="-342900" algn="just">
              <a:buFont typeface="+mj-lt"/>
              <a:buAutoNum type="arabicPeriod"/>
              <a:defRPr/>
            </a:pPr>
            <a:r>
              <a:rPr lang="en-MY" dirty="0"/>
              <a:t>When a row is appended to the </a:t>
            </a:r>
            <a:r>
              <a:rPr lang="en-MY" b="1" dirty="0"/>
              <a:t>deleted table, it no longer exists in the database table; </a:t>
            </a:r>
            <a:r>
              <a:rPr lang="en-MY" dirty="0"/>
              <a:t>therefore, the </a:t>
            </a:r>
            <a:r>
              <a:rPr lang="en-MY" b="1" dirty="0"/>
              <a:t>deleted table and the database tables have no rows in common.</a:t>
            </a:r>
          </a:p>
          <a:p>
            <a:pPr marL="800100" lvl="1" indent="-342900" algn="just">
              <a:buFont typeface="+mj-lt"/>
              <a:buAutoNum type="arabicPeriod"/>
              <a:defRPr/>
            </a:pPr>
            <a:r>
              <a:rPr lang="en-MY" dirty="0"/>
              <a:t>Space is allocated from memory to create the </a:t>
            </a:r>
            <a:r>
              <a:rPr lang="en-MY" b="1" dirty="0"/>
              <a:t>deleted table. The deleted table is </a:t>
            </a:r>
            <a:r>
              <a:rPr lang="en-MY" dirty="0"/>
              <a:t>always in the cache.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AutoShape 14"/>
          <p:cNvSpPr>
            <a:spLocks noChangeArrowheads="1"/>
          </p:cNvSpPr>
          <p:nvPr/>
        </p:nvSpPr>
        <p:spPr bwMode="auto">
          <a:xfrm>
            <a:off x="2684464" y="1419226"/>
            <a:ext cx="6764337" cy="2200275"/>
          </a:xfrm>
          <a:prstGeom prst="roundRect">
            <a:avLst>
              <a:gd name="adj" fmla="val 4167"/>
            </a:avLst>
          </a:prstGeom>
          <a:solidFill>
            <a:srgbClr val="B3C8DF"/>
          </a:solidFill>
          <a:ln w="9525">
            <a:solidFill>
              <a:srgbClr val="4D4D4D"/>
            </a:solidFill>
            <a:round/>
            <a:headEnd/>
            <a:tailEnd/>
          </a:ln>
          <a:effectLst>
            <a:outerShdw dist="35921" dir="2700000" algn="ctr" rotWithShape="0">
              <a:srgbClr val="AFAFAF"/>
            </a:outerShdw>
          </a:effectLst>
        </p:spPr>
        <p:txBody>
          <a:bodyPr/>
          <a:lstStyle/>
          <a:p>
            <a:endParaRPr lang="en-US" sz="2400"/>
          </a:p>
        </p:txBody>
      </p:sp>
      <p:sp>
        <p:nvSpPr>
          <p:cNvPr id="13315" name="AutoShape 12"/>
          <p:cNvSpPr>
            <a:spLocks noChangeArrowheads="1"/>
          </p:cNvSpPr>
          <p:nvPr/>
        </p:nvSpPr>
        <p:spPr bwMode="auto">
          <a:xfrm>
            <a:off x="2176464" y="3910014"/>
            <a:ext cx="7735887" cy="203517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tIns="91440" bIns="91440" anchor="ctr">
            <a:spAutoFit/>
          </a:bodyPr>
          <a:lstStyle/>
          <a:p>
            <a:pPr marL="290513" indent="-290513" defTabSz="457200">
              <a:lnSpc>
                <a:spcPct val="90000"/>
              </a:lnSpc>
              <a:spcBef>
                <a:spcPct val="40000"/>
              </a:spcBef>
              <a:buClr>
                <a:srgbClr val="8DACD0"/>
              </a:buClr>
              <a:buSzPct val="70000"/>
            </a:pPr>
            <a:r>
              <a:rPr lang="en-US" sz="1600">
                <a:solidFill>
                  <a:schemeClr val="tx2"/>
                </a:solidFill>
                <a:latin typeface="Lucida Sans Typewriter" pitchFamily="49" charset="0"/>
              </a:rPr>
              <a:t>CREATE TRIGGER [delCategory] ON [Categories]</a:t>
            </a:r>
            <a:br>
              <a:rPr lang="en-US" sz="1600">
                <a:solidFill>
                  <a:schemeClr val="tx2"/>
                </a:solidFill>
                <a:latin typeface="Lucida Sans Typewriter" pitchFamily="49" charset="0"/>
              </a:rPr>
            </a:br>
            <a:r>
              <a:rPr lang="en-US" sz="1600">
                <a:solidFill>
                  <a:schemeClr val="tx2"/>
                </a:solidFill>
                <a:latin typeface="Lucida Sans Typewriter" pitchFamily="49" charset="0"/>
              </a:rPr>
              <a:t>AFTER DELETE AS</a:t>
            </a:r>
            <a:br>
              <a:rPr lang="en-US" sz="1600">
                <a:solidFill>
                  <a:schemeClr val="tx2"/>
                </a:solidFill>
                <a:latin typeface="Lucida Sans Typewriter" pitchFamily="49" charset="0"/>
              </a:rPr>
            </a:br>
            <a:r>
              <a:rPr lang="en-US" sz="1600">
                <a:solidFill>
                  <a:schemeClr val="tx2"/>
                </a:solidFill>
                <a:latin typeface="Lucida Sans Typewriter" pitchFamily="49" charset="0"/>
              </a:rPr>
              <a:t>BEGIN</a:t>
            </a:r>
            <a:br>
              <a:rPr lang="en-US" sz="1600">
                <a:solidFill>
                  <a:schemeClr val="tx2"/>
                </a:solidFill>
                <a:latin typeface="Lucida Sans Typewriter" pitchFamily="49" charset="0"/>
              </a:rPr>
            </a:br>
            <a:r>
              <a:rPr lang="en-US" sz="1600">
                <a:solidFill>
                  <a:schemeClr val="tx2"/>
                </a:solidFill>
                <a:latin typeface="Lucida Sans Typewriter" pitchFamily="49" charset="0"/>
              </a:rPr>
              <a:t>  UPDATE P SET [Discontinued] = 1</a:t>
            </a:r>
            <a:br>
              <a:rPr lang="en-US" sz="1600">
                <a:solidFill>
                  <a:schemeClr val="tx2"/>
                </a:solidFill>
                <a:latin typeface="Lucida Sans Typewriter" pitchFamily="49" charset="0"/>
              </a:rPr>
            </a:br>
            <a:r>
              <a:rPr lang="en-US" sz="1600">
                <a:solidFill>
                  <a:schemeClr val="tx2"/>
                </a:solidFill>
                <a:latin typeface="Lucida Sans Typewriter" pitchFamily="49" charset="0"/>
              </a:rPr>
              <a:t>  FROM [Products] P INNER JOIN deleted as d</a:t>
            </a:r>
            <a:br>
              <a:rPr lang="en-US" sz="1600">
                <a:solidFill>
                  <a:schemeClr val="tx2"/>
                </a:solidFill>
                <a:latin typeface="Lucida Sans Typewriter" pitchFamily="49" charset="0"/>
              </a:rPr>
            </a:br>
            <a:r>
              <a:rPr lang="en-US" sz="1600">
                <a:solidFill>
                  <a:schemeClr val="tx2"/>
                </a:solidFill>
                <a:latin typeface="Lucida Sans Typewriter" pitchFamily="49" charset="0"/>
              </a:rPr>
              <a:t>  ON</a:t>
            </a:r>
            <a:br>
              <a:rPr lang="en-US" sz="1600">
                <a:solidFill>
                  <a:schemeClr val="tx2"/>
                </a:solidFill>
                <a:latin typeface="Lucida Sans Typewriter" pitchFamily="49" charset="0"/>
              </a:rPr>
            </a:br>
            <a:r>
              <a:rPr lang="en-US" sz="1600">
                <a:solidFill>
                  <a:schemeClr val="tx2"/>
                </a:solidFill>
                <a:latin typeface="Lucida Sans Typewriter" pitchFamily="49" charset="0"/>
              </a:rPr>
              <a:t>  P.[CategoryID] = d.[CategoryID] </a:t>
            </a:r>
            <a:br>
              <a:rPr lang="en-US" sz="1600">
                <a:solidFill>
                  <a:schemeClr val="tx2"/>
                </a:solidFill>
                <a:latin typeface="Lucida Sans Typewriter" pitchFamily="49" charset="0"/>
              </a:rPr>
            </a:br>
            <a:r>
              <a:rPr lang="en-US" sz="1600">
                <a:solidFill>
                  <a:schemeClr val="tx2"/>
                </a:solidFill>
                <a:latin typeface="Lucida Sans Typewriter" pitchFamily="49" charset="0"/>
              </a:rPr>
              <a:t>END; </a:t>
            </a:r>
          </a:p>
        </p:txBody>
      </p:sp>
      <p:sp>
        <p:nvSpPr>
          <p:cNvPr id="13316" name="Freeform 21"/>
          <p:cNvSpPr>
            <a:spLocks/>
          </p:cNvSpPr>
          <p:nvPr/>
        </p:nvSpPr>
        <p:spPr bwMode="auto">
          <a:xfrm>
            <a:off x="5881689" y="3078163"/>
            <a:ext cx="314325" cy="811212"/>
          </a:xfrm>
          <a:custGeom>
            <a:avLst/>
            <a:gdLst>
              <a:gd name="T0" fmla="*/ 2147483647 w 204"/>
              <a:gd name="T1" fmla="*/ 2147483647 h 558"/>
              <a:gd name="T2" fmla="*/ 2147483647 w 204"/>
              <a:gd name="T3" fmla="*/ 2147483647 h 558"/>
              <a:gd name="T4" fmla="*/ 2147483647 w 204"/>
              <a:gd name="T5" fmla="*/ 2147483647 h 558"/>
              <a:gd name="T6" fmla="*/ 0 w 204"/>
              <a:gd name="T7" fmla="*/ 2147483647 h 558"/>
              <a:gd name="T8" fmla="*/ 2147483647 w 204"/>
              <a:gd name="T9" fmla="*/ 2147483647 h 558"/>
              <a:gd name="T10" fmla="*/ 2147483647 w 204"/>
              <a:gd name="T11" fmla="*/ 0 h 558"/>
              <a:gd name="T12" fmla="*/ 2147483647 w 204"/>
              <a:gd name="T13" fmla="*/ 0 h 558"/>
              <a:gd name="T14" fmla="*/ 2147483647 w 204"/>
              <a:gd name="T15" fmla="*/ 2147483647 h 558"/>
              <a:gd name="T16" fmla="*/ 0 60000 65536"/>
              <a:gd name="T17" fmla="*/ 0 60000 65536"/>
              <a:gd name="T18" fmla="*/ 0 60000 65536"/>
              <a:gd name="T19" fmla="*/ 0 60000 65536"/>
              <a:gd name="T20" fmla="*/ 0 60000 65536"/>
              <a:gd name="T21" fmla="*/ 0 60000 65536"/>
              <a:gd name="T22" fmla="*/ 0 60000 65536"/>
              <a:gd name="T23" fmla="*/ 0 60000 65536"/>
              <a:gd name="T24" fmla="*/ 0 w 204"/>
              <a:gd name="T25" fmla="*/ 0 h 558"/>
              <a:gd name="T26" fmla="*/ 204 w 204"/>
              <a:gd name="T27" fmla="*/ 558 h 55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04" h="558">
                <a:moveTo>
                  <a:pt x="146" y="320"/>
                </a:moveTo>
                <a:lnTo>
                  <a:pt x="204" y="305"/>
                </a:lnTo>
                <a:lnTo>
                  <a:pt x="106" y="558"/>
                </a:lnTo>
                <a:lnTo>
                  <a:pt x="0" y="307"/>
                </a:lnTo>
                <a:lnTo>
                  <a:pt x="56" y="318"/>
                </a:lnTo>
                <a:lnTo>
                  <a:pt x="75" y="0"/>
                </a:lnTo>
                <a:lnTo>
                  <a:pt x="126" y="0"/>
                </a:lnTo>
                <a:lnTo>
                  <a:pt x="146" y="320"/>
                </a:lnTo>
                <a:close/>
              </a:path>
            </a:pathLst>
          </a:custGeom>
          <a:solidFill>
            <a:srgbClr val="FF0000">
              <a:alpha val="74901"/>
            </a:srgbClr>
          </a:solidFill>
          <a:ln w="9525">
            <a:noFill/>
            <a:round/>
            <a:headEnd/>
            <a:tailEnd/>
          </a:ln>
        </p:spPr>
        <p:txBody>
          <a:bodyPr/>
          <a:lstStyle/>
          <a:p>
            <a:endParaRPr lang="en-US"/>
          </a:p>
        </p:txBody>
      </p:sp>
      <p:sp>
        <p:nvSpPr>
          <p:cNvPr id="13317" name="Rectangle 2"/>
          <p:cNvSpPr>
            <a:spLocks noGrp="1" noChangeArrowheads="1"/>
          </p:cNvSpPr>
          <p:nvPr>
            <p:ph type="title"/>
          </p:nvPr>
        </p:nvSpPr>
        <p:spPr/>
        <p:txBody>
          <a:bodyPr/>
          <a:lstStyle/>
          <a:p>
            <a:r>
              <a:rPr lang="en-GB"/>
              <a:t>How a DELETE Trigger Works</a:t>
            </a:r>
            <a:endParaRPr lang="en-US"/>
          </a:p>
        </p:txBody>
      </p:sp>
      <p:sp>
        <p:nvSpPr>
          <p:cNvPr id="13318" name="AutoShape 6"/>
          <p:cNvSpPr>
            <a:spLocks noChangeArrowheads="1"/>
          </p:cNvSpPr>
          <p:nvPr/>
        </p:nvSpPr>
        <p:spPr bwMode="auto">
          <a:xfrm>
            <a:off x="3046414" y="1590675"/>
            <a:ext cx="6073775" cy="539750"/>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lIns="457200" anchor="ctr"/>
          <a:lstStyle/>
          <a:p>
            <a:pPr>
              <a:lnSpc>
                <a:spcPct val="85000"/>
              </a:lnSpc>
            </a:pPr>
            <a:r>
              <a:rPr lang="en-US" sz="2000"/>
              <a:t>DELETE statement executed</a:t>
            </a:r>
          </a:p>
        </p:txBody>
      </p:sp>
      <p:sp>
        <p:nvSpPr>
          <p:cNvPr id="13319" name="AutoShape 8"/>
          <p:cNvSpPr>
            <a:spLocks noChangeArrowheads="1"/>
          </p:cNvSpPr>
          <p:nvPr/>
        </p:nvSpPr>
        <p:spPr bwMode="auto">
          <a:xfrm>
            <a:off x="3046414" y="2895600"/>
            <a:ext cx="6073775" cy="539750"/>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lIns="457200" anchor="ctr"/>
          <a:lstStyle/>
          <a:p>
            <a:pPr>
              <a:lnSpc>
                <a:spcPct val="85000"/>
              </a:lnSpc>
            </a:pPr>
            <a:r>
              <a:rPr lang="en-US" sz="2000"/>
              <a:t>AFTER DELETE trigger statements executed</a:t>
            </a:r>
          </a:p>
        </p:txBody>
      </p:sp>
      <p:sp>
        <p:nvSpPr>
          <p:cNvPr id="13320" name="AutoShape 10"/>
          <p:cNvSpPr>
            <a:spLocks noChangeArrowheads="1"/>
          </p:cNvSpPr>
          <p:nvPr/>
        </p:nvSpPr>
        <p:spPr bwMode="auto">
          <a:xfrm>
            <a:off x="3046414" y="2243138"/>
            <a:ext cx="6073775" cy="539750"/>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lIns="457200" anchor="ctr"/>
          <a:lstStyle/>
          <a:p>
            <a:pPr>
              <a:lnSpc>
                <a:spcPct val="85000"/>
              </a:lnSpc>
            </a:pPr>
            <a:r>
              <a:rPr lang="en-US" sz="2000"/>
              <a:t>DELETE statement logged</a:t>
            </a:r>
          </a:p>
        </p:txBody>
      </p:sp>
      <p:sp>
        <p:nvSpPr>
          <p:cNvPr id="336911" name="AutoShape 15"/>
          <p:cNvSpPr>
            <a:spLocks noChangeArrowheads="1"/>
          </p:cNvSpPr>
          <p:nvPr/>
        </p:nvSpPr>
        <p:spPr bwMode="auto">
          <a:xfrm>
            <a:off x="2906713" y="1644650"/>
            <a:ext cx="392112" cy="4572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pPr>
              <a:defRPr/>
            </a:pPr>
            <a:r>
              <a:rPr lang="en-US" sz="3200">
                <a:solidFill>
                  <a:srgbClr val="990033"/>
                </a:solidFill>
              </a:rPr>
              <a:t>1</a:t>
            </a:r>
          </a:p>
        </p:txBody>
      </p:sp>
      <p:sp>
        <p:nvSpPr>
          <p:cNvPr id="336912" name="AutoShape 16"/>
          <p:cNvSpPr>
            <a:spLocks noChangeArrowheads="1"/>
          </p:cNvSpPr>
          <p:nvPr/>
        </p:nvSpPr>
        <p:spPr bwMode="auto">
          <a:xfrm>
            <a:off x="2917826" y="2935288"/>
            <a:ext cx="392113" cy="4572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pPr>
              <a:defRPr/>
            </a:pPr>
            <a:r>
              <a:rPr lang="en-US" sz="3200">
                <a:solidFill>
                  <a:srgbClr val="990033"/>
                </a:solidFill>
              </a:rPr>
              <a:t>3</a:t>
            </a:r>
          </a:p>
        </p:txBody>
      </p:sp>
      <p:sp>
        <p:nvSpPr>
          <p:cNvPr id="336913" name="AutoShape 17"/>
          <p:cNvSpPr>
            <a:spLocks noChangeArrowheads="1"/>
          </p:cNvSpPr>
          <p:nvPr/>
        </p:nvSpPr>
        <p:spPr bwMode="auto">
          <a:xfrm>
            <a:off x="2906713" y="2289175"/>
            <a:ext cx="392112" cy="4572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pPr>
              <a:defRPr/>
            </a:pPr>
            <a:r>
              <a:rPr lang="en-US" sz="3200">
                <a:solidFill>
                  <a:srgbClr val="990033"/>
                </a:solidFill>
              </a:rPr>
              <a:t>2</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GB"/>
              <a:t>How an UPDATE Trigger Works</a:t>
            </a:r>
            <a:endParaRPr lang="en-US"/>
          </a:p>
        </p:txBody>
      </p:sp>
      <p:sp>
        <p:nvSpPr>
          <p:cNvPr id="13" name="Rectangle 5"/>
          <p:cNvSpPr txBox="1">
            <a:spLocks noChangeArrowheads="1"/>
          </p:cNvSpPr>
          <p:nvPr/>
        </p:nvSpPr>
        <p:spPr bwMode="auto">
          <a:xfrm>
            <a:off x="2011363" y="1697038"/>
            <a:ext cx="8229600" cy="4525962"/>
          </a:xfrm>
          <a:prstGeom prst="rect">
            <a:avLst/>
          </a:prstGeom>
          <a:noFill/>
          <a:ln w="9525">
            <a:noFill/>
            <a:miter lim="800000"/>
            <a:headEnd/>
            <a:tailEnd/>
          </a:ln>
        </p:spPr>
        <p:txBody>
          <a:bodyPr/>
          <a:lstStyle/>
          <a:p>
            <a:pPr marL="342900" indent="-342900" algn="just">
              <a:spcBef>
                <a:spcPct val="20000"/>
              </a:spcBef>
              <a:buFontTx/>
              <a:buChar char="•"/>
              <a:defRPr/>
            </a:pPr>
            <a:r>
              <a:rPr lang="en-MY" sz="2200" dirty="0">
                <a:latin typeface="+mn-lt"/>
              </a:rPr>
              <a:t>When an UPDATE statement is executed on a table that has a trigger defined on it, the original rows (before image) are moved into the deleted table, and the updated rows (after image) are inserted into the inserted table.</a:t>
            </a:r>
          </a:p>
          <a:p>
            <a:pPr marL="342900" indent="-342900" algn="just">
              <a:spcBef>
                <a:spcPct val="20000"/>
              </a:spcBef>
              <a:buFontTx/>
              <a:buChar char="•"/>
              <a:defRPr/>
            </a:pPr>
            <a:r>
              <a:rPr lang="en-MY" sz="2200" dirty="0">
                <a:latin typeface="+mn-lt"/>
              </a:rPr>
              <a:t>The trigger can examine the deleted and inserted tables, as well as the updated table, to determine whether multiple rows have been updated and how the trigger actions should be carried out.</a:t>
            </a:r>
          </a:p>
          <a:p>
            <a:pPr marL="342900" indent="-342900" algn="just">
              <a:spcBef>
                <a:spcPct val="20000"/>
              </a:spcBef>
              <a:buFontTx/>
              <a:buChar char="•"/>
              <a:defRPr/>
            </a:pPr>
            <a:r>
              <a:rPr lang="en-MY" sz="2200" dirty="0">
                <a:latin typeface="+mn-lt"/>
              </a:rPr>
              <a:t>You can define a trigger to monitor data updates on a specific column by using the IF UPDATE statement.</a:t>
            </a:r>
          </a:p>
          <a:p>
            <a:pPr marL="342900" indent="-342900" algn="just">
              <a:spcBef>
                <a:spcPct val="20000"/>
              </a:spcBef>
              <a:buFontTx/>
              <a:buChar char="•"/>
              <a:defRPr/>
            </a:pPr>
            <a:endParaRPr lang="en-MY" sz="2200" dirty="0">
              <a:latin typeface="+mn-lt"/>
            </a:endParaRPr>
          </a:p>
          <a:p>
            <a:pPr marL="342900" indent="-342900" algn="just">
              <a:spcBef>
                <a:spcPct val="20000"/>
              </a:spcBef>
              <a:defRPr/>
            </a:pPr>
            <a:endParaRPr lang="en-MY" sz="2400" kern="0" dirty="0">
              <a:latin typeface="+mn-lt"/>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AutoShape 14"/>
          <p:cNvSpPr>
            <a:spLocks noChangeArrowheads="1"/>
          </p:cNvSpPr>
          <p:nvPr/>
        </p:nvSpPr>
        <p:spPr bwMode="auto">
          <a:xfrm>
            <a:off x="2684464" y="1419226"/>
            <a:ext cx="6764337" cy="2200275"/>
          </a:xfrm>
          <a:prstGeom prst="roundRect">
            <a:avLst>
              <a:gd name="adj" fmla="val 4167"/>
            </a:avLst>
          </a:prstGeom>
          <a:solidFill>
            <a:srgbClr val="B3C8DF"/>
          </a:solidFill>
          <a:ln w="9525">
            <a:solidFill>
              <a:srgbClr val="4D4D4D"/>
            </a:solidFill>
            <a:round/>
            <a:headEnd/>
            <a:tailEnd/>
          </a:ln>
          <a:effectLst>
            <a:outerShdw dist="35921" dir="2700000" algn="ctr" rotWithShape="0">
              <a:srgbClr val="AFAFAF"/>
            </a:outerShdw>
          </a:effectLst>
        </p:spPr>
        <p:txBody>
          <a:bodyPr/>
          <a:lstStyle/>
          <a:p>
            <a:endParaRPr lang="en-US" sz="2400"/>
          </a:p>
        </p:txBody>
      </p:sp>
      <p:sp>
        <p:nvSpPr>
          <p:cNvPr id="15363" name="AutoShape 12"/>
          <p:cNvSpPr>
            <a:spLocks noChangeArrowheads="1"/>
          </p:cNvSpPr>
          <p:nvPr/>
        </p:nvSpPr>
        <p:spPr bwMode="auto">
          <a:xfrm>
            <a:off x="2176464" y="3908425"/>
            <a:ext cx="7735887" cy="249555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tIns="91440" bIns="91440" anchor="ctr">
            <a:spAutoFit/>
          </a:bodyPr>
          <a:lstStyle/>
          <a:p>
            <a:pPr marL="290513" indent="-290513" defTabSz="457200">
              <a:lnSpc>
                <a:spcPct val="90000"/>
              </a:lnSpc>
              <a:spcBef>
                <a:spcPct val="40000"/>
              </a:spcBef>
              <a:buClr>
                <a:srgbClr val="8DACD0"/>
              </a:buClr>
              <a:buSzPct val="70000"/>
            </a:pPr>
            <a:r>
              <a:rPr lang="en-US" sz="1600">
                <a:solidFill>
                  <a:schemeClr val="tx2"/>
                </a:solidFill>
                <a:latin typeface="Lucida Sans Typewriter" pitchFamily="49" charset="0"/>
              </a:rPr>
              <a:t>CREATE TRIGGER [updtProductReview] ON [Production].[ProductReview]</a:t>
            </a:r>
            <a:br>
              <a:rPr lang="en-US" sz="1600">
                <a:solidFill>
                  <a:schemeClr val="tx2"/>
                </a:solidFill>
                <a:latin typeface="Lucida Sans Typewriter" pitchFamily="49" charset="0"/>
              </a:rPr>
            </a:br>
            <a:r>
              <a:rPr lang="en-US" sz="1600">
                <a:solidFill>
                  <a:schemeClr val="tx2"/>
                </a:solidFill>
                <a:latin typeface="Lucida Sans Typewriter" pitchFamily="49" charset="0"/>
              </a:rPr>
              <a:t>AFTER UPDATE NOT FOR REPLICATION AS </a:t>
            </a:r>
            <a:br>
              <a:rPr lang="en-US" sz="1600">
                <a:solidFill>
                  <a:schemeClr val="tx2"/>
                </a:solidFill>
                <a:latin typeface="Lucida Sans Typewriter" pitchFamily="49" charset="0"/>
              </a:rPr>
            </a:br>
            <a:r>
              <a:rPr lang="en-US" sz="1600">
                <a:solidFill>
                  <a:schemeClr val="tx2"/>
                </a:solidFill>
                <a:latin typeface="Lucida Sans Typewriter" pitchFamily="49" charset="0"/>
              </a:rPr>
              <a:t>BEGIN</a:t>
            </a:r>
            <a:br>
              <a:rPr lang="en-US" sz="1600">
                <a:solidFill>
                  <a:schemeClr val="tx2"/>
                </a:solidFill>
                <a:latin typeface="Lucida Sans Typewriter" pitchFamily="49" charset="0"/>
              </a:rPr>
            </a:br>
            <a:r>
              <a:rPr lang="en-US" sz="1600">
                <a:solidFill>
                  <a:schemeClr val="tx2"/>
                </a:solidFill>
                <a:latin typeface="Lucida Sans Typewriter" pitchFamily="49" charset="0"/>
              </a:rPr>
              <a:t>    UPDATE [Production].[ProductReview]</a:t>
            </a:r>
            <a:br>
              <a:rPr lang="en-US" sz="1600">
                <a:solidFill>
                  <a:schemeClr val="tx2"/>
                </a:solidFill>
                <a:latin typeface="Lucida Sans Typewriter" pitchFamily="49" charset="0"/>
              </a:rPr>
            </a:br>
            <a:r>
              <a:rPr lang="en-US" sz="1600">
                <a:solidFill>
                  <a:schemeClr val="tx2"/>
                </a:solidFill>
                <a:latin typeface="Lucida Sans Typewriter" pitchFamily="49" charset="0"/>
              </a:rPr>
              <a:t>    SET [Production].[ProductReview].[ModifiedDate] = </a:t>
            </a:r>
            <a:br>
              <a:rPr lang="en-US" sz="1600">
                <a:solidFill>
                  <a:schemeClr val="tx2"/>
                </a:solidFill>
                <a:latin typeface="Lucida Sans Typewriter" pitchFamily="49" charset="0"/>
              </a:rPr>
            </a:br>
            <a:r>
              <a:rPr lang="en-US" sz="1600">
                <a:solidFill>
                  <a:schemeClr val="tx2"/>
                </a:solidFill>
                <a:latin typeface="Lucida Sans Typewriter" pitchFamily="49" charset="0"/>
              </a:rPr>
              <a:t>      GETDATE() FROM inserted</a:t>
            </a:r>
            <a:br>
              <a:rPr lang="en-US" sz="1600">
                <a:solidFill>
                  <a:schemeClr val="tx2"/>
                </a:solidFill>
                <a:latin typeface="Lucida Sans Typewriter" pitchFamily="49" charset="0"/>
              </a:rPr>
            </a:br>
            <a:r>
              <a:rPr lang="en-US" sz="1600">
                <a:solidFill>
                  <a:schemeClr val="tx2"/>
                </a:solidFill>
                <a:latin typeface="Lucida Sans Typewriter" pitchFamily="49" charset="0"/>
              </a:rPr>
              <a:t>    WHERE inserted.[ProductReviewID] = </a:t>
            </a:r>
            <a:br>
              <a:rPr lang="en-US" sz="1600">
                <a:solidFill>
                  <a:schemeClr val="tx2"/>
                </a:solidFill>
                <a:latin typeface="Lucida Sans Typewriter" pitchFamily="49" charset="0"/>
              </a:rPr>
            </a:br>
            <a:r>
              <a:rPr lang="en-US" sz="1600">
                <a:solidFill>
                  <a:schemeClr val="tx2"/>
                </a:solidFill>
                <a:latin typeface="Lucida Sans Typewriter" pitchFamily="49" charset="0"/>
              </a:rPr>
              <a:t>      [Production].[ProductReview].[ProductReviewID];</a:t>
            </a:r>
            <a:br>
              <a:rPr lang="en-US" sz="1600">
                <a:solidFill>
                  <a:schemeClr val="tx2"/>
                </a:solidFill>
                <a:latin typeface="Lucida Sans Typewriter" pitchFamily="49" charset="0"/>
              </a:rPr>
            </a:br>
            <a:r>
              <a:rPr lang="en-US" sz="1600">
                <a:solidFill>
                  <a:schemeClr val="tx2"/>
                </a:solidFill>
                <a:latin typeface="Lucida Sans Typewriter" pitchFamily="49" charset="0"/>
              </a:rPr>
              <a:t>END; </a:t>
            </a:r>
          </a:p>
        </p:txBody>
      </p:sp>
      <p:sp>
        <p:nvSpPr>
          <p:cNvPr id="15364" name="Freeform 19"/>
          <p:cNvSpPr>
            <a:spLocks/>
          </p:cNvSpPr>
          <p:nvPr/>
        </p:nvSpPr>
        <p:spPr bwMode="auto">
          <a:xfrm>
            <a:off x="5881689" y="3078163"/>
            <a:ext cx="314325" cy="811212"/>
          </a:xfrm>
          <a:custGeom>
            <a:avLst/>
            <a:gdLst>
              <a:gd name="T0" fmla="*/ 2147483647 w 204"/>
              <a:gd name="T1" fmla="*/ 2147483647 h 558"/>
              <a:gd name="T2" fmla="*/ 2147483647 w 204"/>
              <a:gd name="T3" fmla="*/ 2147483647 h 558"/>
              <a:gd name="T4" fmla="*/ 2147483647 w 204"/>
              <a:gd name="T5" fmla="*/ 2147483647 h 558"/>
              <a:gd name="T6" fmla="*/ 0 w 204"/>
              <a:gd name="T7" fmla="*/ 2147483647 h 558"/>
              <a:gd name="T8" fmla="*/ 2147483647 w 204"/>
              <a:gd name="T9" fmla="*/ 2147483647 h 558"/>
              <a:gd name="T10" fmla="*/ 2147483647 w 204"/>
              <a:gd name="T11" fmla="*/ 0 h 558"/>
              <a:gd name="T12" fmla="*/ 2147483647 w 204"/>
              <a:gd name="T13" fmla="*/ 0 h 558"/>
              <a:gd name="T14" fmla="*/ 2147483647 w 204"/>
              <a:gd name="T15" fmla="*/ 2147483647 h 558"/>
              <a:gd name="T16" fmla="*/ 0 60000 65536"/>
              <a:gd name="T17" fmla="*/ 0 60000 65536"/>
              <a:gd name="T18" fmla="*/ 0 60000 65536"/>
              <a:gd name="T19" fmla="*/ 0 60000 65536"/>
              <a:gd name="T20" fmla="*/ 0 60000 65536"/>
              <a:gd name="T21" fmla="*/ 0 60000 65536"/>
              <a:gd name="T22" fmla="*/ 0 60000 65536"/>
              <a:gd name="T23" fmla="*/ 0 60000 65536"/>
              <a:gd name="T24" fmla="*/ 0 w 204"/>
              <a:gd name="T25" fmla="*/ 0 h 558"/>
              <a:gd name="T26" fmla="*/ 204 w 204"/>
              <a:gd name="T27" fmla="*/ 558 h 55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04" h="558">
                <a:moveTo>
                  <a:pt x="146" y="320"/>
                </a:moveTo>
                <a:lnTo>
                  <a:pt x="204" y="305"/>
                </a:lnTo>
                <a:lnTo>
                  <a:pt x="106" y="558"/>
                </a:lnTo>
                <a:lnTo>
                  <a:pt x="0" y="307"/>
                </a:lnTo>
                <a:lnTo>
                  <a:pt x="56" y="318"/>
                </a:lnTo>
                <a:lnTo>
                  <a:pt x="75" y="0"/>
                </a:lnTo>
                <a:lnTo>
                  <a:pt x="126" y="0"/>
                </a:lnTo>
                <a:lnTo>
                  <a:pt x="146" y="320"/>
                </a:lnTo>
                <a:close/>
              </a:path>
            </a:pathLst>
          </a:custGeom>
          <a:solidFill>
            <a:srgbClr val="FF0000">
              <a:alpha val="74901"/>
            </a:srgbClr>
          </a:solidFill>
          <a:ln w="9525">
            <a:noFill/>
            <a:round/>
            <a:headEnd/>
            <a:tailEnd/>
          </a:ln>
        </p:spPr>
        <p:txBody>
          <a:bodyPr/>
          <a:lstStyle/>
          <a:p>
            <a:endParaRPr lang="en-US"/>
          </a:p>
        </p:txBody>
      </p:sp>
      <p:sp>
        <p:nvSpPr>
          <p:cNvPr id="15365" name="Rectangle 2"/>
          <p:cNvSpPr>
            <a:spLocks noGrp="1" noChangeArrowheads="1"/>
          </p:cNvSpPr>
          <p:nvPr>
            <p:ph type="title"/>
          </p:nvPr>
        </p:nvSpPr>
        <p:spPr/>
        <p:txBody>
          <a:bodyPr/>
          <a:lstStyle/>
          <a:p>
            <a:r>
              <a:rPr lang="en-GB"/>
              <a:t>How an UPDATE Trigger Works</a:t>
            </a:r>
            <a:endParaRPr lang="en-US"/>
          </a:p>
        </p:txBody>
      </p:sp>
      <p:sp>
        <p:nvSpPr>
          <p:cNvPr id="15366" name="AutoShape 6"/>
          <p:cNvSpPr>
            <a:spLocks noChangeArrowheads="1"/>
          </p:cNvSpPr>
          <p:nvPr/>
        </p:nvSpPr>
        <p:spPr bwMode="auto">
          <a:xfrm>
            <a:off x="3046414" y="1603375"/>
            <a:ext cx="6073775" cy="539750"/>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lIns="457200" anchor="ctr"/>
          <a:lstStyle/>
          <a:p>
            <a:pPr>
              <a:lnSpc>
                <a:spcPct val="85000"/>
              </a:lnSpc>
            </a:pPr>
            <a:r>
              <a:rPr lang="en-US" sz="2000"/>
              <a:t>UPDATE statement executed</a:t>
            </a:r>
          </a:p>
        </p:txBody>
      </p:sp>
      <p:sp>
        <p:nvSpPr>
          <p:cNvPr id="15367" name="AutoShape 8"/>
          <p:cNvSpPr>
            <a:spLocks noChangeArrowheads="1"/>
          </p:cNvSpPr>
          <p:nvPr/>
        </p:nvSpPr>
        <p:spPr bwMode="auto">
          <a:xfrm>
            <a:off x="3046414" y="2895600"/>
            <a:ext cx="6073775" cy="539750"/>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lIns="457200" anchor="ctr"/>
          <a:lstStyle/>
          <a:p>
            <a:pPr>
              <a:lnSpc>
                <a:spcPct val="85000"/>
              </a:lnSpc>
            </a:pPr>
            <a:r>
              <a:rPr lang="en-US" sz="2000"/>
              <a:t>AFTER UPDATE trigger statements executed</a:t>
            </a:r>
          </a:p>
        </p:txBody>
      </p:sp>
      <p:sp>
        <p:nvSpPr>
          <p:cNvPr id="15368" name="AutoShape 10"/>
          <p:cNvSpPr>
            <a:spLocks noChangeArrowheads="1"/>
          </p:cNvSpPr>
          <p:nvPr/>
        </p:nvSpPr>
        <p:spPr bwMode="auto">
          <a:xfrm>
            <a:off x="3046414" y="2249488"/>
            <a:ext cx="6073775" cy="539750"/>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lIns="457200" anchor="ctr"/>
          <a:lstStyle/>
          <a:p>
            <a:pPr>
              <a:lnSpc>
                <a:spcPct val="85000"/>
              </a:lnSpc>
            </a:pPr>
            <a:r>
              <a:rPr lang="en-US" sz="2000"/>
              <a:t>UPDATE statement logged</a:t>
            </a:r>
          </a:p>
        </p:txBody>
      </p:sp>
      <p:sp>
        <p:nvSpPr>
          <p:cNvPr id="338959" name="AutoShape 15"/>
          <p:cNvSpPr>
            <a:spLocks noChangeArrowheads="1"/>
          </p:cNvSpPr>
          <p:nvPr/>
        </p:nvSpPr>
        <p:spPr bwMode="auto">
          <a:xfrm>
            <a:off x="2906713" y="1644650"/>
            <a:ext cx="392112" cy="4572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pPr>
              <a:defRPr/>
            </a:pPr>
            <a:r>
              <a:rPr lang="en-US" sz="3200">
                <a:solidFill>
                  <a:srgbClr val="990033"/>
                </a:solidFill>
              </a:rPr>
              <a:t>1</a:t>
            </a:r>
          </a:p>
        </p:txBody>
      </p:sp>
      <p:sp>
        <p:nvSpPr>
          <p:cNvPr id="338960" name="AutoShape 16"/>
          <p:cNvSpPr>
            <a:spLocks noChangeArrowheads="1"/>
          </p:cNvSpPr>
          <p:nvPr/>
        </p:nvSpPr>
        <p:spPr bwMode="auto">
          <a:xfrm>
            <a:off x="2917826" y="2935288"/>
            <a:ext cx="392113" cy="4572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pPr>
              <a:defRPr/>
            </a:pPr>
            <a:r>
              <a:rPr lang="en-US" sz="3200">
                <a:solidFill>
                  <a:srgbClr val="990033"/>
                </a:solidFill>
              </a:rPr>
              <a:t>3</a:t>
            </a:r>
          </a:p>
        </p:txBody>
      </p:sp>
      <p:sp>
        <p:nvSpPr>
          <p:cNvPr id="338961" name="AutoShape 17"/>
          <p:cNvSpPr>
            <a:spLocks noChangeArrowheads="1"/>
          </p:cNvSpPr>
          <p:nvPr/>
        </p:nvSpPr>
        <p:spPr bwMode="auto">
          <a:xfrm>
            <a:off x="2906713" y="2289175"/>
            <a:ext cx="392112" cy="4572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pPr>
              <a:defRPr/>
            </a:pPr>
            <a:r>
              <a:rPr lang="en-US" sz="3200">
                <a:solidFill>
                  <a:srgbClr val="990033"/>
                </a:solidFill>
              </a:rPr>
              <a:t>2</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GB"/>
              <a:t>How an INSTEAD OF Trigger Works</a:t>
            </a:r>
            <a:endParaRPr lang="en-US"/>
          </a:p>
        </p:txBody>
      </p:sp>
      <p:sp>
        <p:nvSpPr>
          <p:cNvPr id="13" name="Rectangle 5"/>
          <p:cNvSpPr txBox="1">
            <a:spLocks noChangeArrowheads="1"/>
          </p:cNvSpPr>
          <p:nvPr/>
        </p:nvSpPr>
        <p:spPr bwMode="auto">
          <a:xfrm>
            <a:off x="2011363" y="1697038"/>
            <a:ext cx="8229600" cy="4525962"/>
          </a:xfrm>
          <a:prstGeom prst="rect">
            <a:avLst/>
          </a:prstGeom>
          <a:noFill/>
          <a:ln w="9525">
            <a:noFill/>
            <a:miter lim="800000"/>
            <a:headEnd/>
            <a:tailEnd/>
          </a:ln>
        </p:spPr>
        <p:txBody>
          <a:bodyPr/>
          <a:lstStyle/>
          <a:p>
            <a:pPr marL="342900" indent="-342900" algn="just">
              <a:spcBef>
                <a:spcPct val="20000"/>
              </a:spcBef>
              <a:buFontTx/>
              <a:buChar char="•"/>
              <a:defRPr/>
            </a:pPr>
            <a:r>
              <a:rPr lang="en-MY" sz="2200" dirty="0">
                <a:latin typeface="+mn-lt"/>
              </a:rPr>
              <a:t>This trigger executes instead of the original triggering action. </a:t>
            </a:r>
          </a:p>
          <a:p>
            <a:pPr marL="342900" indent="-342900" algn="just">
              <a:spcBef>
                <a:spcPct val="20000"/>
              </a:spcBef>
              <a:buFontTx/>
              <a:buChar char="•"/>
              <a:defRPr/>
            </a:pPr>
            <a:r>
              <a:rPr lang="en-MY" sz="2200" dirty="0">
                <a:latin typeface="+mn-lt"/>
              </a:rPr>
              <a:t>INSTEAD OF triggers increase the variety of types of updates that you can perform against a view. </a:t>
            </a:r>
          </a:p>
          <a:p>
            <a:pPr marL="342900" indent="-342900" algn="just">
              <a:spcBef>
                <a:spcPct val="20000"/>
              </a:spcBef>
              <a:buFontTx/>
              <a:buChar char="•"/>
              <a:defRPr/>
            </a:pPr>
            <a:r>
              <a:rPr lang="en-MY" sz="2200" dirty="0">
                <a:latin typeface="+mn-lt"/>
              </a:rPr>
              <a:t>Each table or view is limited to one INSTEAD OF trigger for each triggering action (INSERT, UPDATE, or DELETE).</a:t>
            </a:r>
          </a:p>
          <a:p>
            <a:pPr marL="342900" indent="-342900" algn="just">
              <a:spcBef>
                <a:spcPct val="20000"/>
              </a:spcBef>
              <a:buFontTx/>
              <a:buChar char="•"/>
              <a:defRPr/>
            </a:pPr>
            <a:r>
              <a:rPr lang="en-MY" sz="2200" dirty="0">
                <a:latin typeface="+mn-lt"/>
              </a:rPr>
              <a:t>They enable you to code logic that can reject parts of a batch while allowing other parts of a batch to succeed.</a:t>
            </a:r>
          </a:p>
          <a:p>
            <a:pPr>
              <a:defRPr/>
            </a:pPr>
            <a:endParaRPr lang="en-MY" sz="2400" dirty="0"/>
          </a:p>
          <a:p>
            <a:pPr marL="342900" indent="-342900" algn="just">
              <a:spcBef>
                <a:spcPct val="20000"/>
              </a:spcBef>
              <a:defRPr/>
            </a:pPr>
            <a:endParaRPr lang="en-MY" sz="2400" kern="0" dirty="0">
              <a:latin typeface="+mn-l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AutoShape 12"/>
          <p:cNvSpPr>
            <a:spLocks noChangeArrowheads="1"/>
          </p:cNvSpPr>
          <p:nvPr/>
        </p:nvSpPr>
        <p:spPr bwMode="auto">
          <a:xfrm>
            <a:off x="2176464" y="3765550"/>
            <a:ext cx="7735887" cy="2725738"/>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tIns="91440" bIns="91440" anchor="ctr">
            <a:spAutoFit/>
          </a:bodyPr>
          <a:lstStyle/>
          <a:p>
            <a:pPr marL="290513" indent="-290513" defTabSz="457200">
              <a:lnSpc>
                <a:spcPct val="90000"/>
              </a:lnSpc>
              <a:spcBef>
                <a:spcPct val="40000"/>
              </a:spcBef>
              <a:buClr>
                <a:srgbClr val="8DACD0"/>
              </a:buClr>
              <a:buSzPct val="70000"/>
            </a:pPr>
            <a:r>
              <a:rPr lang="en-US" sz="1600">
                <a:solidFill>
                  <a:schemeClr val="tx2"/>
                </a:solidFill>
                <a:latin typeface="Lucida Sans Typewriter" pitchFamily="49" charset="0"/>
              </a:rPr>
              <a:t>CREATE TRIGGER [delEmployee] ON [HumanResources].[Employee] </a:t>
            </a:r>
            <a:br>
              <a:rPr lang="en-US" sz="1600">
                <a:solidFill>
                  <a:schemeClr val="tx2"/>
                </a:solidFill>
                <a:latin typeface="Lucida Sans Typewriter" pitchFamily="49" charset="0"/>
              </a:rPr>
            </a:br>
            <a:r>
              <a:rPr lang="en-US" sz="1600">
                <a:solidFill>
                  <a:schemeClr val="tx2"/>
                </a:solidFill>
                <a:latin typeface="Lucida Sans Typewriter" pitchFamily="49" charset="0"/>
              </a:rPr>
              <a:t>INSTEAD OF DELETE NOT FOR REPLICATION AS </a:t>
            </a:r>
            <a:br>
              <a:rPr lang="en-US" sz="1600">
                <a:solidFill>
                  <a:schemeClr val="tx2"/>
                </a:solidFill>
                <a:latin typeface="Lucida Sans Typewriter" pitchFamily="49" charset="0"/>
              </a:rPr>
            </a:br>
            <a:r>
              <a:rPr lang="en-US" sz="1600">
                <a:solidFill>
                  <a:schemeClr val="tx2"/>
                </a:solidFill>
                <a:latin typeface="Lucida Sans Typewriter" pitchFamily="49" charset="0"/>
              </a:rPr>
              <a:t>BEGIN</a:t>
            </a:r>
            <a:br>
              <a:rPr lang="en-US" sz="1600">
                <a:solidFill>
                  <a:schemeClr val="tx2"/>
                </a:solidFill>
                <a:latin typeface="Lucida Sans Typewriter" pitchFamily="49" charset="0"/>
              </a:rPr>
            </a:br>
            <a:r>
              <a:rPr lang="en-US" sz="1600">
                <a:solidFill>
                  <a:schemeClr val="tx2"/>
                </a:solidFill>
                <a:latin typeface="Lucida Sans Typewriter" pitchFamily="49" charset="0"/>
              </a:rPr>
              <a:t>    SET NOCOUNT ON;</a:t>
            </a:r>
            <a:br>
              <a:rPr lang="en-US" sz="1600">
                <a:solidFill>
                  <a:schemeClr val="tx2"/>
                </a:solidFill>
                <a:latin typeface="Lucida Sans Typewriter" pitchFamily="49" charset="0"/>
              </a:rPr>
            </a:br>
            <a:r>
              <a:rPr lang="en-US" sz="1600">
                <a:solidFill>
                  <a:schemeClr val="tx2"/>
                </a:solidFill>
                <a:latin typeface="Lucida Sans Typewriter" pitchFamily="49" charset="0"/>
              </a:rPr>
              <a:t>    DECLARE @DeleteCount int;</a:t>
            </a:r>
            <a:br>
              <a:rPr lang="en-US" sz="1600">
                <a:solidFill>
                  <a:schemeClr val="tx2"/>
                </a:solidFill>
                <a:latin typeface="Lucida Sans Typewriter" pitchFamily="49" charset="0"/>
              </a:rPr>
            </a:br>
            <a:r>
              <a:rPr lang="en-US" sz="1600">
                <a:solidFill>
                  <a:schemeClr val="tx2"/>
                </a:solidFill>
                <a:latin typeface="Lucida Sans Typewriter" pitchFamily="49" charset="0"/>
              </a:rPr>
              <a:t>    SELECT @DeleteCount = COUNT(*) FROM deleted;</a:t>
            </a:r>
            <a:br>
              <a:rPr lang="en-US" sz="1600">
                <a:solidFill>
                  <a:schemeClr val="tx2"/>
                </a:solidFill>
                <a:latin typeface="Lucida Sans Typewriter" pitchFamily="49" charset="0"/>
              </a:rPr>
            </a:br>
            <a:r>
              <a:rPr lang="en-US" sz="1600">
                <a:solidFill>
                  <a:schemeClr val="tx2"/>
                </a:solidFill>
                <a:latin typeface="Lucida Sans Typewriter" pitchFamily="49" charset="0"/>
              </a:rPr>
              <a:t>    IF @DeleteCount &gt; 0 </a:t>
            </a:r>
            <a:br>
              <a:rPr lang="en-US" sz="1600">
                <a:solidFill>
                  <a:schemeClr val="tx2"/>
                </a:solidFill>
                <a:latin typeface="Lucida Sans Typewriter" pitchFamily="49" charset="0"/>
              </a:rPr>
            </a:br>
            <a:r>
              <a:rPr lang="en-US" sz="1600">
                <a:solidFill>
                  <a:schemeClr val="tx2"/>
                </a:solidFill>
                <a:latin typeface="Lucida Sans Typewriter" pitchFamily="49" charset="0"/>
              </a:rPr>
              <a:t>    BEGIN</a:t>
            </a:r>
            <a:br>
              <a:rPr lang="en-US" sz="1600">
                <a:solidFill>
                  <a:schemeClr val="tx2"/>
                </a:solidFill>
                <a:latin typeface="Lucida Sans Typewriter" pitchFamily="49" charset="0"/>
              </a:rPr>
            </a:br>
            <a:r>
              <a:rPr lang="en-US" sz="1600">
                <a:solidFill>
                  <a:schemeClr val="tx2"/>
                </a:solidFill>
                <a:latin typeface="Lucida Sans Typewriter" pitchFamily="49" charset="0"/>
              </a:rPr>
              <a:t>    …</a:t>
            </a:r>
            <a:br>
              <a:rPr lang="en-US" sz="1600">
                <a:solidFill>
                  <a:schemeClr val="tx2"/>
                </a:solidFill>
                <a:latin typeface="Lucida Sans Typewriter" pitchFamily="49" charset="0"/>
              </a:rPr>
            </a:br>
            <a:r>
              <a:rPr lang="en-US" sz="1600">
                <a:solidFill>
                  <a:schemeClr val="tx2"/>
                </a:solidFill>
                <a:latin typeface="Lucida Sans Typewriter" pitchFamily="49" charset="0"/>
              </a:rPr>
              <a:t>    END;</a:t>
            </a:r>
            <a:br>
              <a:rPr lang="en-US" sz="1600">
                <a:solidFill>
                  <a:schemeClr val="tx2"/>
                </a:solidFill>
                <a:latin typeface="Lucida Sans Typewriter" pitchFamily="49" charset="0"/>
              </a:rPr>
            </a:br>
            <a:r>
              <a:rPr lang="en-US" sz="1600">
                <a:solidFill>
                  <a:schemeClr val="tx2"/>
                </a:solidFill>
                <a:latin typeface="Lucida Sans Typewriter" pitchFamily="49" charset="0"/>
              </a:rPr>
              <a:t>END; </a:t>
            </a:r>
          </a:p>
        </p:txBody>
      </p:sp>
      <p:sp>
        <p:nvSpPr>
          <p:cNvPr id="17411" name="AutoShape 14"/>
          <p:cNvSpPr>
            <a:spLocks noChangeArrowheads="1"/>
          </p:cNvSpPr>
          <p:nvPr/>
        </p:nvSpPr>
        <p:spPr bwMode="auto">
          <a:xfrm>
            <a:off x="2684464" y="1419226"/>
            <a:ext cx="6764337" cy="2200275"/>
          </a:xfrm>
          <a:prstGeom prst="roundRect">
            <a:avLst>
              <a:gd name="adj" fmla="val 4167"/>
            </a:avLst>
          </a:prstGeom>
          <a:solidFill>
            <a:srgbClr val="B3C8DF"/>
          </a:solidFill>
          <a:ln w="9525">
            <a:solidFill>
              <a:srgbClr val="4D4D4D"/>
            </a:solidFill>
            <a:round/>
            <a:headEnd/>
            <a:tailEnd/>
          </a:ln>
          <a:effectLst>
            <a:outerShdw dist="35921" dir="2700000" algn="ctr" rotWithShape="0">
              <a:srgbClr val="AFAFAF"/>
            </a:outerShdw>
          </a:effectLst>
        </p:spPr>
        <p:txBody>
          <a:bodyPr/>
          <a:lstStyle/>
          <a:p>
            <a:endParaRPr lang="en-US" sz="2400"/>
          </a:p>
        </p:txBody>
      </p:sp>
      <p:sp>
        <p:nvSpPr>
          <p:cNvPr id="17412" name="Freeform 19"/>
          <p:cNvSpPr>
            <a:spLocks/>
          </p:cNvSpPr>
          <p:nvPr/>
        </p:nvSpPr>
        <p:spPr bwMode="auto">
          <a:xfrm>
            <a:off x="5881689" y="3049588"/>
            <a:ext cx="314325" cy="811212"/>
          </a:xfrm>
          <a:custGeom>
            <a:avLst/>
            <a:gdLst>
              <a:gd name="T0" fmla="*/ 2147483647 w 204"/>
              <a:gd name="T1" fmla="*/ 2147483647 h 558"/>
              <a:gd name="T2" fmla="*/ 2147483647 w 204"/>
              <a:gd name="T3" fmla="*/ 2147483647 h 558"/>
              <a:gd name="T4" fmla="*/ 2147483647 w 204"/>
              <a:gd name="T5" fmla="*/ 2147483647 h 558"/>
              <a:gd name="T6" fmla="*/ 0 w 204"/>
              <a:gd name="T7" fmla="*/ 2147483647 h 558"/>
              <a:gd name="T8" fmla="*/ 2147483647 w 204"/>
              <a:gd name="T9" fmla="*/ 2147483647 h 558"/>
              <a:gd name="T10" fmla="*/ 2147483647 w 204"/>
              <a:gd name="T11" fmla="*/ 0 h 558"/>
              <a:gd name="T12" fmla="*/ 2147483647 w 204"/>
              <a:gd name="T13" fmla="*/ 0 h 558"/>
              <a:gd name="T14" fmla="*/ 2147483647 w 204"/>
              <a:gd name="T15" fmla="*/ 2147483647 h 558"/>
              <a:gd name="T16" fmla="*/ 0 60000 65536"/>
              <a:gd name="T17" fmla="*/ 0 60000 65536"/>
              <a:gd name="T18" fmla="*/ 0 60000 65536"/>
              <a:gd name="T19" fmla="*/ 0 60000 65536"/>
              <a:gd name="T20" fmla="*/ 0 60000 65536"/>
              <a:gd name="T21" fmla="*/ 0 60000 65536"/>
              <a:gd name="T22" fmla="*/ 0 60000 65536"/>
              <a:gd name="T23" fmla="*/ 0 60000 65536"/>
              <a:gd name="T24" fmla="*/ 0 w 204"/>
              <a:gd name="T25" fmla="*/ 0 h 558"/>
              <a:gd name="T26" fmla="*/ 204 w 204"/>
              <a:gd name="T27" fmla="*/ 558 h 55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04" h="558">
                <a:moveTo>
                  <a:pt x="146" y="320"/>
                </a:moveTo>
                <a:lnTo>
                  <a:pt x="204" y="305"/>
                </a:lnTo>
                <a:lnTo>
                  <a:pt x="106" y="558"/>
                </a:lnTo>
                <a:lnTo>
                  <a:pt x="0" y="307"/>
                </a:lnTo>
                <a:lnTo>
                  <a:pt x="56" y="318"/>
                </a:lnTo>
                <a:lnTo>
                  <a:pt x="75" y="0"/>
                </a:lnTo>
                <a:lnTo>
                  <a:pt x="126" y="0"/>
                </a:lnTo>
                <a:lnTo>
                  <a:pt x="146" y="320"/>
                </a:lnTo>
                <a:close/>
              </a:path>
            </a:pathLst>
          </a:custGeom>
          <a:solidFill>
            <a:srgbClr val="FF0000">
              <a:alpha val="74901"/>
            </a:srgbClr>
          </a:solidFill>
          <a:ln w="9525">
            <a:noFill/>
            <a:round/>
            <a:headEnd/>
            <a:tailEnd/>
          </a:ln>
        </p:spPr>
        <p:txBody>
          <a:bodyPr/>
          <a:lstStyle/>
          <a:p>
            <a:endParaRPr lang="en-US"/>
          </a:p>
        </p:txBody>
      </p:sp>
      <p:sp>
        <p:nvSpPr>
          <p:cNvPr id="17413" name="Rectangle 2"/>
          <p:cNvSpPr>
            <a:spLocks noGrp="1" noChangeArrowheads="1"/>
          </p:cNvSpPr>
          <p:nvPr>
            <p:ph type="title"/>
          </p:nvPr>
        </p:nvSpPr>
        <p:spPr/>
        <p:txBody>
          <a:bodyPr/>
          <a:lstStyle/>
          <a:p>
            <a:r>
              <a:rPr lang="en-GB"/>
              <a:t>How an INSTEAD OF Trigger Works</a:t>
            </a:r>
            <a:endParaRPr lang="en-US"/>
          </a:p>
        </p:txBody>
      </p:sp>
      <p:sp>
        <p:nvSpPr>
          <p:cNvPr id="17414" name="AutoShape 6"/>
          <p:cNvSpPr>
            <a:spLocks noChangeArrowheads="1"/>
          </p:cNvSpPr>
          <p:nvPr/>
        </p:nvSpPr>
        <p:spPr bwMode="auto">
          <a:xfrm>
            <a:off x="3046414" y="1562100"/>
            <a:ext cx="6073775" cy="590550"/>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lIns="457200" anchor="ctr"/>
          <a:lstStyle/>
          <a:p>
            <a:pPr>
              <a:lnSpc>
                <a:spcPct val="85000"/>
              </a:lnSpc>
            </a:pPr>
            <a:r>
              <a:rPr lang="en-US" sz="2000"/>
              <a:t>UPDATE, INSERT, or DELETE statement executed</a:t>
            </a:r>
          </a:p>
        </p:txBody>
      </p:sp>
      <p:sp>
        <p:nvSpPr>
          <p:cNvPr id="17415" name="AutoShape 8"/>
          <p:cNvSpPr>
            <a:spLocks noChangeArrowheads="1"/>
          </p:cNvSpPr>
          <p:nvPr/>
        </p:nvSpPr>
        <p:spPr bwMode="auto">
          <a:xfrm>
            <a:off x="3046414" y="2895600"/>
            <a:ext cx="6073775" cy="539750"/>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lIns="457200" anchor="ctr"/>
          <a:lstStyle/>
          <a:p>
            <a:pPr>
              <a:lnSpc>
                <a:spcPct val="85000"/>
              </a:lnSpc>
            </a:pPr>
            <a:r>
              <a:rPr lang="en-US" sz="2000"/>
              <a:t>INSTEAD OF trigger statements executed</a:t>
            </a:r>
          </a:p>
        </p:txBody>
      </p:sp>
      <p:sp>
        <p:nvSpPr>
          <p:cNvPr id="17416" name="AutoShape 10"/>
          <p:cNvSpPr>
            <a:spLocks noChangeArrowheads="1"/>
          </p:cNvSpPr>
          <p:nvPr/>
        </p:nvSpPr>
        <p:spPr bwMode="auto">
          <a:xfrm>
            <a:off x="3046414" y="2249488"/>
            <a:ext cx="6073775" cy="539750"/>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lIns="457200" anchor="ctr"/>
          <a:lstStyle/>
          <a:p>
            <a:pPr>
              <a:lnSpc>
                <a:spcPct val="85000"/>
              </a:lnSpc>
            </a:pPr>
            <a:r>
              <a:rPr lang="en-US" sz="2000"/>
              <a:t>Executed statement does not occur</a:t>
            </a:r>
          </a:p>
        </p:txBody>
      </p:sp>
      <p:sp>
        <p:nvSpPr>
          <p:cNvPr id="341007" name="AutoShape 15"/>
          <p:cNvSpPr>
            <a:spLocks noChangeArrowheads="1"/>
          </p:cNvSpPr>
          <p:nvPr/>
        </p:nvSpPr>
        <p:spPr bwMode="auto">
          <a:xfrm>
            <a:off x="2906713" y="1644650"/>
            <a:ext cx="392112" cy="4572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pPr>
              <a:defRPr/>
            </a:pPr>
            <a:r>
              <a:rPr lang="en-US" sz="3200">
                <a:solidFill>
                  <a:srgbClr val="990033"/>
                </a:solidFill>
              </a:rPr>
              <a:t>1</a:t>
            </a:r>
          </a:p>
        </p:txBody>
      </p:sp>
      <p:sp>
        <p:nvSpPr>
          <p:cNvPr id="341008" name="AutoShape 16"/>
          <p:cNvSpPr>
            <a:spLocks noChangeArrowheads="1"/>
          </p:cNvSpPr>
          <p:nvPr/>
        </p:nvSpPr>
        <p:spPr bwMode="auto">
          <a:xfrm>
            <a:off x="2917826" y="2935288"/>
            <a:ext cx="392113" cy="4572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pPr>
              <a:defRPr/>
            </a:pPr>
            <a:r>
              <a:rPr lang="en-US" sz="3200">
                <a:solidFill>
                  <a:srgbClr val="990033"/>
                </a:solidFill>
              </a:rPr>
              <a:t>3</a:t>
            </a:r>
          </a:p>
        </p:txBody>
      </p:sp>
      <p:sp>
        <p:nvSpPr>
          <p:cNvPr id="341009" name="AutoShape 17"/>
          <p:cNvSpPr>
            <a:spLocks noChangeArrowheads="1"/>
          </p:cNvSpPr>
          <p:nvPr/>
        </p:nvSpPr>
        <p:spPr bwMode="auto">
          <a:xfrm>
            <a:off x="2906713" y="2289175"/>
            <a:ext cx="392112" cy="4572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pPr>
              <a:defRPr/>
            </a:pPr>
            <a:r>
              <a:rPr lang="en-US" sz="3200">
                <a:solidFill>
                  <a:srgbClr val="990033"/>
                </a:solidFill>
              </a:rPr>
              <a:t>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2214564" y="196850"/>
            <a:ext cx="7102475" cy="1055688"/>
          </a:xfrm>
          <a:noFill/>
        </p:spPr>
        <p:txBody>
          <a:bodyPr/>
          <a:lstStyle/>
          <a:p>
            <a:r>
              <a:rPr lang="en-US"/>
              <a:t>Syntax for Altering and Dropping </a:t>
            </a:r>
            <a:r>
              <a:rPr lang="en-GB"/>
              <a:t>Trigger</a:t>
            </a:r>
            <a:r>
              <a:rPr lang="en-US"/>
              <a:t>s</a:t>
            </a:r>
          </a:p>
        </p:txBody>
      </p:sp>
      <p:sp>
        <p:nvSpPr>
          <p:cNvPr id="18435" name="Rectangle 3"/>
          <p:cNvSpPr>
            <a:spLocks noGrp="1" noChangeArrowheads="1"/>
          </p:cNvSpPr>
          <p:nvPr>
            <p:ph idx="1"/>
          </p:nvPr>
        </p:nvSpPr>
        <p:spPr>
          <a:xfrm>
            <a:off x="2538414" y="1416050"/>
            <a:ext cx="7026275" cy="4694238"/>
          </a:xfrm>
        </p:spPr>
        <p:txBody>
          <a:bodyPr/>
          <a:lstStyle/>
          <a:p>
            <a:r>
              <a:rPr lang="en-US" sz="2800"/>
              <a:t>ALTER </a:t>
            </a:r>
            <a:r>
              <a:rPr lang="en-MY" sz="2800"/>
              <a:t>TRIGGER </a:t>
            </a:r>
            <a:endParaRPr lang="en-GB" sz="2800"/>
          </a:p>
          <a:p>
            <a:endParaRPr lang="en-GB"/>
          </a:p>
          <a:p>
            <a:endParaRPr lang="en-GB"/>
          </a:p>
          <a:p>
            <a:pPr>
              <a:buFontTx/>
              <a:buNone/>
            </a:pPr>
            <a:endParaRPr lang="en-GB"/>
          </a:p>
          <a:p>
            <a:pPr>
              <a:buFontTx/>
              <a:buNone/>
            </a:pPr>
            <a:endParaRPr lang="en-US"/>
          </a:p>
          <a:p>
            <a:pPr>
              <a:buFont typeface="Wingdings" pitchFamily="2" charset="2"/>
              <a:buNone/>
            </a:pPr>
            <a:endParaRPr lang="en-US"/>
          </a:p>
          <a:p>
            <a:r>
              <a:rPr lang="en-US" sz="2800"/>
              <a:t>DROP </a:t>
            </a:r>
            <a:r>
              <a:rPr lang="en-MY" sz="2800"/>
              <a:t>TRIGGER </a:t>
            </a:r>
            <a:endParaRPr lang="en-US" sz="2800"/>
          </a:p>
        </p:txBody>
      </p:sp>
      <p:sp>
        <p:nvSpPr>
          <p:cNvPr id="18436" name="AutoShape 4"/>
          <p:cNvSpPr>
            <a:spLocks noChangeArrowheads="1"/>
          </p:cNvSpPr>
          <p:nvPr/>
        </p:nvSpPr>
        <p:spPr bwMode="auto">
          <a:xfrm>
            <a:off x="2576513" y="1976438"/>
            <a:ext cx="6938962" cy="2165350"/>
          </a:xfrm>
          <a:prstGeom prst="roundRect">
            <a:avLst>
              <a:gd name="adj" fmla="val 4037"/>
            </a:avLst>
          </a:prstGeom>
          <a:solidFill>
            <a:srgbClr val="F6F7EB"/>
          </a:solidFill>
          <a:ln w="9525" algn="ctr">
            <a:solidFill>
              <a:srgbClr val="808080"/>
            </a:solidFill>
            <a:round/>
            <a:headEnd/>
            <a:tailEnd/>
          </a:ln>
          <a:effectLst>
            <a:outerShdw dist="35921" dir="2700000" algn="ctr" rotWithShape="0">
              <a:schemeClr val="bg2"/>
            </a:outerShdw>
          </a:effectLst>
        </p:spPr>
        <p:txBody>
          <a:bodyPr tIns="91440" bIns="91440">
            <a:spAutoFit/>
          </a:bodyPr>
          <a:lstStyle/>
          <a:p>
            <a:r>
              <a:rPr lang="en-MY"/>
              <a:t>ALTER TRIGGER [ schema_name. ] trigger_name</a:t>
            </a:r>
          </a:p>
          <a:p>
            <a:r>
              <a:rPr lang="en-MY"/>
              <a:t>ON { table | view }</a:t>
            </a:r>
          </a:p>
          <a:p>
            <a:r>
              <a:rPr lang="en-MY"/>
              <a:t>{ FOR | AFTER | INSTEAD OF }</a:t>
            </a:r>
          </a:p>
          <a:p>
            <a:r>
              <a:rPr lang="en-MY"/>
              <a:t>{ [ INSERT ] [ , ] [ UPDATE ] [ , ] [ DELETE ] }</a:t>
            </a:r>
          </a:p>
          <a:p>
            <a:endParaRPr lang="en-MY"/>
          </a:p>
          <a:p>
            <a:r>
              <a:rPr lang="en-MY"/>
              <a:t>AS </a:t>
            </a:r>
          </a:p>
          <a:p>
            <a:r>
              <a:rPr lang="en-MY"/>
              <a:t>{ sql_statement [ ; ] [ ...n ] }</a:t>
            </a:r>
          </a:p>
        </p:txBody>
      </p:sp>
      <p:sp>
        <p:nvSpPr>
          <p:cNvPr id="18437" name="AutoShape 5"/>
          <p:cNvSpPr>
            <a:spLocks noChangeArrowheads="1"/>
          </p:cNvSpPr>
          <p:nvPr/>
        </p:nvSpPr>
        <p:spPr bwMode="auto">
          <a:xfrm>
            <a:off x="2579689" y="5424489"/>
            <a:ext cx="6935787" cy="479425"/>
          </a:xfrm>
          <a:prstGeom prst="roundRect">
            <a:avLst>
              <a:gd name="adj" fmla="val 7875"/>
            </a:avLst>
          </a:prstGeom>
          <a:solidFill>
            <a:srgbClr val="F6F7EB"/>
          </a:solidFill>
          <a:ln w="9525" algn="ctr">
            <a:solidFill>
              <a:srgbClr val="808080"/>
            </a:solidFill>
            <a:round/>
            <a:headEnd/>
            <a:tailEnd/>
          </a:ln>
          <a:effectLst>
            <a:outerShdw dist="35921" dir="2700000" algn="ctr" rotWithShape="0">
              <a:schemeClr val="bg2"/>
            </a:outerShdw>
          </a:effectLst>
        </p:spPr>
        <p:txBody>
          <a:bodyPr tIns="91440" bIns="91440">
            <a:spAutoFit/>
          </a:bodyPr>
          <a:lstStyle/>
          <a:p>
            <a:r>
              <a:rPr lang="en-US">
                <a:solidFill>
                  <a:schemeClr val="tx2"/>
                </a:solidFill>
                <a:latin typeface="Lucida Sans Typewriter" pitchFamily="49" charset="0"/>
              </a:rPr>
              <a:t>DROP </a:t>
            </a:r>
            <a:r>
              <a:rPr lang="en-MY"/>
              <a:t>TRIGGER [ schema_name.] trigger_name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GB" b="1"/>
              <a:t>Next Lesson</a:t>
            </a:r>
            <a:endParaRPr lang="en-US" b="1"/>
          </a:p>
        </p:txBody>
      </p:sp>
      <p:sp>
        <p:nvSpPr>
          <p:cNvPr id="19459" name="Rectangle 3"/>
          <p:cNvSpPr>
            <a:spLocks noGrp="1" noChangeArrowheads="1"/>
          </p:cNvSpPr>
          <p:nvPr>
            <p:ph idx="1"/>
          </p:nvPr>
        </p:nvSpPr>
        <p:spPr/>
        <p:txBody>
          <a:bodyPr/>
          <a:lstStyle/>
          <a:p>
            <a:r>
              <a:rPr lang="en-US"/>
              <a:t>Database Administration</a:t>
            </a:r>
          </a:p>
        </p:txBody>
      </p:sp>
      <p:sp>
        <p:nvSpPr>
          <p:cNvPr id="19460" name="Footer Placeholder 3"/>
          <p:cNvSpPr>
            <a:spLocks noGrp="1"/>
          </p:cNvSpPr>
          <p:nvPr>
            <p:ph type="ftr" sz="quarter" idx="10"/>
          </p:nvPr>
        </p:nvSpPr>
        <p:spPr bwMode="auto">
          <a:xfrm>
            <a:off x="6248400" y="6623050"/>
            <a:ext cx="2895600" cy="2349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800" kern="1200">
                <a:solidFill>
                  <a:schemeClr val="tx1"/>
                </a:solidFill>
                <a:latin typeface="Calibri" pitchFamily="34" charset="0"/>
                <a:ea typeface="+mn-ea"/>
                <a:cs typeface="Calibri" pitchFamily="34" charset="0"/>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lang="en-US">
              <a:solidFill>
                <a:schemeClr val="bg1"/>
              </a:solidFill>
            </a:endParaRPr>
          </a:p>
        </p:txBody>
      </p:sp>
    </p:spTree>
  </p:cSld>
  <p:clrMapOvr>
    <a:masterClrMapping/>
  </p:clrMapOvr>
</p:sld>
</file>

<file path=ppt/theme/theme1.xml><?xml version="1.0" encoding="utf-8"?>
<a:theme xmlns:a="http://schemas.openxmlformats.org/drawingml/2006/main" name="UCTI-Template-foundation-level">
  <a:themeElements>
    <a:clrScheme name="APU-2023">
      <a:dk1>
        <a:srgbClr val="082F50"/>
      </a:dk1>
      <a:lt1>
        <a:srgbClr val="FFFFFF"/>
      </a:lt1>
      <a:dk2>
        <a:srgbClr val="0070C0"/>
      </a:dk2>
      <a:lt2>
        <a:srgbClr val="C0F9FC"/>
      </a:lt2>
      <a:accent1>
        <a:srgbClr val="00B0F0"/>
      </a:accent1>
      <a:accent2>
        <a:srgbClr val="079244"/>
      </a:accent2>
      <a:accent3>
        <a:srgbClr val="E02C32"/>
      </a:accent3>
      <a:accent4>
        <a:srgbClr val="45D7EA"/>
      </a:accent4>
      <a:accent5>
        <a:srgbClr val="FAC41B"/>
      </a:accent5>
      <a:accent6>
        <a:srgbClr val="082F50"/>
      </a:accent6>
      <a:hlink>
        <a:srgbClr val="9AB1D0"/>
      </a:hlink>
      <a:folHlink>
        <a:srgbClr val="0D3358"/>
      </a:folHlink>
    </a:clrScheme>
    <a:fontScheme name="APU-2023">
      <a:majorFont>
        <a:latin typeface="PT Sans"/>
        <a:ea typeface=""/>
        <a:cs typeface=""/>
      </a:majorFont>
      <a:minorFont>
        <a:latin typeface="PT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0" i="0" u="none" strike="noStrike" cap="none" normalizeH="0" baseline="0" smtClean="0">
            <a:ln>
              <a:noFill/>
            </a:ln>
            <a:solidFill>
              <a:schemeClr val="tx1"/>
            </a:solidFill>
            <a:effectLst/>
            <a:latin typeface="Arial" charset="0"/>
          </a:defRPr>
        </a:defPPr>
      </a:lstStyle>
    </a:lnDef>
  </a:objectDefaults>
  <a:extraClrSchemeLst>
    <a:extraClrScheme>
      <a:clrScheme name="UCTI-Template-foundation-leve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UCTI-Template-foundation-level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UCTI-Template-foundation-level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UCTI-Template-foundation-level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UCTI-Template-foundation-level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UCTI-Template-foundation-level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UCTI-Template-foundation-level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UCTI-Template-foundation-level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UCTI-Template-foundation-level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UCTI-Template-foundation-level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UCTI-Template-foundation-level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UCTI-Template-foundation-level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APU-2023">
      <a:dk1>
        <a:srgbClr val="081929"/>
      </a:dk1>
      <a:lt1>
        <a:srgbClr val="FFFFFF"/>
      </a:lt1>
      <a:dk2>
        <a:srgbClr val="0070C0"/>
      </a:dk2>
      <a:lt2>
        <a:srgbClr val="FFFFFF"/>
      </a:lt2>
      <a:accent1>
        <a:srgbClr val="00B0F0"/>
      </a:accent1>
      <a:accent2>
        <a:srgbClr val="99CC00"/>
      </a:accent2>
      <a:accent3>
        <a:srgbClr val="FF9966"/>
      </a:accent3>
      <a:accent4>
        <a:srgbClr val="45D7EA"/>
      </a:accent4>
      <a:accent5>
        <a:srgbClr val="CC66FF"/>
      </a:accent5>
      <a:accent6>
        <a:srgbClr val="FCE456"/>
      </a:accent6>
      <a:hlink>
        <a:srgbClr val="B7C6FE"/>
      </a:hlink>
      <a:folHlink>
        <a:srgbClr val="00B0F0"/>
      </a:folHlink>
    </a:clrScheme>
    <a:fontScheme name="APU-2023">
      <a:majorFont>
        <a:latin typeface="PT Sans"/>
        <a:ea typeface=""/>
        <a:cs typeface=""/>
      </a:majorFont>
      <a:minorFont>
        <a:latin typeface="PT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0C09830CF6CB84B8D12D02B69700FAF" ma:contentTypeVersion="14" ma:contentTypeDescription="Create a new document." ma:contentTypeScope="" ma:versionID="91bb3fc2fda44f6dca498e4986d3c34f">
  <xsd:schema xmlns:xsd="http://www.w3.org/2001/XMLSchema" xmlns:xs="http://www.w3.org/2001/XMLSchema" xmlns:p="http://schemas.microsoft.com/office/2006/metadata/properties" xmlns:ns3="c0f90a4e-2534-4174-991f-0eb794d5b859" xmlns:ns4="d2981e9c-0c44-4237-a41f-50944ddb2e5d" targetNamespace="http://schemas.microsoft.com/office/2006/metadata/properties" ma:root="true" ma:fieldsID="d346f1bbf5bc0d23fe733b73729b7857" ns3:_="" ns4:_="">
    <xsd:import namespace="c0f90a4e-2534-4174-991f-0eb794d5b859"/>
    <xsd:import namespace="d2981e9c-0c44-4237-a41f-50944ddb2e5d"/>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GenerationTime" minOccurs="0"/>
                <xsd:element ref="ns3:MediaServiceEventHashCode" minOccurs="0"/>
                <xsd:element ref="ns3:MediaServiceDateTaken" minOccurs="0"/>
                <xsd:element ref="ns4:SharedWithUsers" minOccurs="0"/>
                <xsd:element ref="ns4:SharedWithDetails" minOccurs="0"/>
                <xsd:element ref="ns4:SharingHintHash" minOccurs="0"/>
                <xsd:element ref="ns3:MediaServiceOCR" minOccurs="0"/>
                <xsd:element ref="ns3:MediaServiceLocation" minOccurs="0"/>
                <xsd:element ref="ns3:MediaServiceAutoKeyPoints" minOccurs="0"/>
                <xsd:element ref="ns3:MediaServiceKeyPoint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0f90a4e-2534-4174-991f-0eb794d5b8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18"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2981e9c-0c44-4237-a41f-50944ddb2e5d"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SharingHintHash" ma:index="16"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ED3909F-E191-4C23-B23C-BA46B5ADDDA2}">
  <ds:schemaRefs>
    <ds:schemaRef ds:uri="http://purl.org/dc/terms/"/>
    <ds:schemaRef ds:uri="http://schemas.microsoft.com/office/2006/documentManagement/types"/>
    <ds:schemaRef ds:uri="d2981e9c-0c44-4237-a41f-50944ddb2e5d"/>
    <ds:schemaRef ds:uri="http://schemas.microsoft.com/office/infopath/2007/PartnerControls"/>
    <ds:schemaRef ds:uri="http://purl.org/dc/elements/1.1/"/>
    <ds:schemaRef ds:uri="http://schemas.microsoft.com/office/2006/metadata/properties"/>
    <ds:schemaRef ds:uri="c0f90a4e-2534-4174-991f-0eb794d5b859"/>
    <ds:schemaRef ds:uri="http://schemas.openxmlformats.org/package/2006/metadata/core-properties"/>
    <ds:schemaRef ds:uri="http://www.w3.org/XML/1998/namespace"/>
    <ds:schemaRef ds:uri="http://purl.org/dc/dcmitype/"/>
  </ds:schemaRefs>
</ds:datastoreItem>
</file>

<file path=customXml/itemProps2.xml><?xml version="1.0" encoding="utf-8"?>
<ds:datastoreItem xmlns:ds="http://schemas.openxmlformats.org/officeDocument/2006/customXml" ds:itemID="{AB6039F5-814C-4C5B-A6B0-438D9C48FD7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0f90a4e-2534-4174-991f-0eb794d5b859"/>
    <ds:schemaRef ds:uri="d2981e9c-0c44-4237-a41f-50944ddb2e5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374C82B-844E-4C6D-B41E-036AD4E59A6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1420</TotalTime>
  <Pages>11</Pages>
  <Words>2992</Words>
  <Application>Microsoft Office PowerPoint</Application>
  <PresentationFormat>Widescreen</PresentationFormat>
  <Paragraphs>292</Paragraphs>
  <Slides>34</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Arial</vt:lpstr>
      <vt:lpstr>Calibri</vt:lpstr>
      <vt:lpstr>Lucida Sans Typewriter</vt:lpstr>
      <vt:lpstr>Montserrat</vt:lpstr>
      <vt:lpstr>PT Sans</vt:lpstr>
      <vt:lpstr>Wingdings</vt:lpstr>
      <vt:lpstr>UCTI-Template-foundation-level</vt:lpstr>
      <vt:lpstr>PowerPoint Presentation</vt:lpstr>
      <vt:lpstr>Topic &amp; Structure of Lesson</vt:lpstr>
      <vt:lpstr>Learning Outcomes</vt:lpstr>
      <vt:lpstr>Integrity Enhancement Features</vt:lpstr>
      <vt:lpstr>Required Data</vt:lpstr>
      <vt:lpstr>Domain Constraints</vt:lpstr>
      <vt:lpstr>Entity Integrity</vt:lpstr>
      <vt:lpstr>Referential Integrity</vt:lpstr>
      <vt:lpstr>Referential Integrity</vt:lpstr>
      <vt:lpstr>Referential Integrity</vt:lpstr>
      <vt:lpstr>Referential Integrity Examples</vt:lpstr>
      <vt:lpstr>Enterprise Constraints “Business rules”</vt:lpstr>
      <vt:lpstr>What areTriggers?</vt:lpstr>
      <vt:lpstr>Insert, Update, Delete</vt:lpstr>
      <vt:lpstr>After trigger</vt:lpstr>
      <vt:lpstr>Instead of trigger</vt:lpstr>
      <vt:lpstr>Inserted and Deleted tables</vt:lpstr>
      <vt:lpstr>Insert Operation</vt:lpstr>
      <vt:lpstr>Delete Operation</vt:lpstr>
      <vt:lpstr>Update Operation</vt:lpstr>
      <vt:lpstr>When DML triggers are used? </vt:lpstr>
      <vt:lpstr>Some facts about triggers</vt:lpstr>
      <vt:lpstr>Syntax for Creating triggers</vt:lpstr>
      <vt:lpstr>How an INSERT Trigger Works</vt:lpstr>
      <vt:lpstr>How an INSERT Trigger Works</vt:lpstr>
      <vt:lpstr>Example of an INSERT Trigger</vt:lpstr>
      <vt:lpstr>How a DELETE Trigger Works</vt:lpstr>
      <vt:lpstr>How a DELETE Trigger Works</vt:lpstr>
      <vt:lpstr>How an UPDATE Trigger Works</vt:lpstr>
      <vt:lpstr>How an UPDATE Trigger Works</vt:lpstr>
      <vt:lpstr>How an INSTEAD OF Trigger Works</vt:lpstr>
      <vt:lpstr>How an INSTEAD OF Trigger Works</vt:lpstr>
      <vt:lpstr>Syntax for Altering and Dropping Triggers</vt:lpstr>
      <vt:lpstr>Next Lesson</vt:lpstr>
    </vt:vector>
  </TitlesOfParts>
  <Company>APU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Teaching Slides</dc:subject>
  <dc:creator>DBB</dc:creator>
  <cp:keywords>2023</cp:keywords>
  <cp:lastModifiedBy>Lai Chew Ping</cp:lastModifiedBy>
  <cp:revision>333</cp:revision>
  <cp:lastPrinted>2023-02-03T03:07:34Z</cp:lastPrinted>
  <dcterms:created xsi:type="dcterms:W3CDTF">2005-08-02T10:18:20Z</dcterms:created>
  <dcterms:modified xsi:type="dcterms:W3CDTF">2024-01-22T07:04:40Z</dcterms:modified>
  <cp:category>Teaching Slides</cp:category>
  <cp:contentStatus>2023 Version</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0x01010050C09830CF6CB84B8D12D02B69700FAF</vt:lpwstr>
  </property>
</Properties>
</file>